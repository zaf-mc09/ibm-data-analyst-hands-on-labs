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Lst>
  <p:notesMasterIdLst>
    <p:notesMasterId r:id="rId18"/>
  </p:notesMasterIdLst>
  <p:sldIdLst>
    <p:sldId id="256" r:id="rId2"/>
    <p:sldId id="258" r:id="rId3"/>
    <p:sldId id="324" r:id="rId4"/>
    <p:sldId id="260" r:id="rId5"/>
    <p:sldId id="318" r:id="rId6"/>
    <p:sldId id="262" r:id="rId7"/>
    <p:sldId id="320" r:id="rId8"/>
    <p:sldId id="321" r:id="rId9"/>
    <p:sldId id="322" r:id="rId10"/>
    <p:sldId id="325" r:id="rId11"/>
    <p:sldId id="326" r:id="rId12"/>
    <p:sldId id="264" r:id="rId13"/>
    <p:sldId id="327" r:id="rId14"/>
    <p:sldId id="271" r:id="rId15"/>
    <p:sldId id="273" r:id="rId16"/>
    <p:sldId id="268"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374"/>
    <a:srgbClr val="D8E4F7"/>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74A8B0-3F5F-461B-9C32-B856009CBE1A}">
  <a:tblStyle styleId="{1D74A8B0-3F5F-461B-9C32-B856009CBE1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7C579E5-20BB-4462-8352-0FD2E14EBB7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2"/>
        <p:cNvGrpSpPr/>
        <p:nvPr/>
      </p:nvGrpSpPr>
      <p:grpSpPr>
        <a:xfrm>
          <a:off x="0" y="0"/>
          <a:ext cx="0" cy="0"/>
          <a:chOff x="0" y="0"/>
          <a:chExt cx="0" cy="0"/>
        </a:xfrm>
      </p:grpSpPr>
      <p:sp>
        <p:nvSpPr>
          <p:cNvPr id="1413" name="Google Shape;141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4" name="Google Shape;141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5" name="Google Shape;154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152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5" name="Google Shape;154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5" name="Google Shape;154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235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8" name="Google Shape;164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8" name="Google Shape;164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0092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8" name="Google Shape;164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8114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8" name="Google Shape;164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0708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5" name="Google Shape;154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7093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3" name="Google Shape;180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9833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3" name="Google Shape;180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3" name="Google Shape;180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468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3"/>
        <p:cNvGrpSpPr/>
        <p:nvPr/>
      </p:nvGrpSpPr>
      <p:grpSpPr>
        <a:xfrm>
          <a:off x="0" y="0"/>
          <a:ext cx="0" cy="0"/>
          <a:chOff x="0" y="0"/>
          <a:chExt cx="0" cy="0"/>
        </a:xfrm>
      </p:grpSpPr>
      <p:sp>
        <p:nvSpPr>
          <p:cNvPr id="2044" name="Google Shape;2044;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5" name="Google Shape;2045;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4"/>
        <p:cNvGrpSpPr/>
        <p:nvPr/>
      </p:nvGrpSpPr>
      <p:grpSpPr>
        <a:xfrm>
          <a:off x="0" y="0"/>
          <a:ext cx="0" cy="0"/>
          <a:chOff x="0" y="0"/>
          <a:chExt cx="0" cy="0"/>
        </a:xfrm>
      </p:grpSpPr>
      <p:sp>
        <p:nvSpPr>
          <p:cNvPr id="2065" name="Google Shape;2065;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6" name="Google Shape;2066;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2" name="Google Shape;1962;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flipH="1">
            <a:off x="0" y="-161849"/>
            <a:ext cx="9144000" cy="5467198"/>
            <a:chOff x="0" y="-171451"/>
            <a:chExt cx="9144000" cy="5467198"/>
          </a:xfrm>
        </p:grpSpPr>
        <p:grpSp>
          <p:nvGrpSpPr>
            <p:cNvPr id="10" name="Google Shape;10;p2"/>
            <p:cNvGrpSpPr/>
            <p:nvPr/>
          </p:nvGrpSpPr>
          <p:grpSpPr>
            <a:xfrm>
              <a:off x="0" y="135850"/>
              <a:ext cx="9144000" cy="4654700"/>
              <a:chOff x="12075" y="212050"/>
              <a:chExt cx="9144000" cy="4654700"/>
            </a:xfrm>
          </p:grpSpPr>
          <p:grpSp>
            <p:nvGrpSpPr>
              <p:cNvPr id="11" name="Google Shape;11;p2"/>
              <p:cNvGrpSpPr/>
              <p:nvPr/>
            </p:nvGrpSpPr>
            <p:grpSpPr>
              <a:xfrm>
                <a:off x="12075" y="212050"/>
                <a:ext cx="9144000" cy="1396425"/>
                <a:chOff x="12075" y="212050"/>
                <a:chExt cx="9144000" cy="1396425"/>
              </a:xfrm>
            </p:grpSpPr>
            <p:cxnSp>
              <p:nvCxnSpPr>
                <p:cNvPr id="12" name="Google Shape;12;p2"/>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 name="Google Shape;13;p2"/>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4" name="Google Shape;14;p2"/>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5" name="Google Shape;15;p2"/>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6" name="Google Shape;16;p2"/>
              <p:cNvGrpSpPr/>
              <p:nvPr/>
            </p:nvGrpSpPr>
            <p:grpSpPr>
              <a:xfrm>
                <a:off x="12075" y="2073925"/>
                <a:ext cx="9144000" cy="1396425"/>
                <a:chOff x="12075" y="212050"/>
                <a:chExt cx="9144000" cy="1396425"/>
              </a:xfrm>
            </p:grpSpPr>
            <p:cxnSp>
              <p:nvCxnSpPr>
                <p:cNvPr id="17" name="Google Shape;17;p2"/>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8" name="Google Shape;18;p2"/>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9" name="Google Shape;19;p2"/>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20" name="Google Shape;20;p2"/>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21" name="Google Shape;21;p2"/>
              <p:cNvGrpSpPr/>
              <p:nvPr/>
            </p:nvGrpSpPr>
            <p:grpSpPr>
              <a:xfrm>
                <a:off x="12075" y="3935800"/>
                <a:ext cx="9144000" cy="930950"/>
                <a:chOff x="12075" y="212050"/>
                <a:chExt cx="9144000" cy="930950"/>
              </a:xfrm>
            </p:grpSpPr>
            <p:cxnSp>
              <p:nvCxnSpPr>
                <p:cNvPr id="22" name="Google Shape;22;p2"/>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23" name="Google Shape;23;p2"/>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24" name="Google Shape;24;p2"/>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25" name="Google Shape;25;p2"/>
            <p:cNvGrpSpPr/>
            <p:nvPr/>
          </p:nvGrpSpPr>
          <p:grpSpPr>
            <a:xfrm>
              <a:off x="213575" y="-171451"/>
              <a:ext cx="8855100" cy="5467198"/>
              <a:chOff x="213575" y="-171451"/>
              <a:chExt cx="8855100" cy="5467198"/>
            </a:xfrm>
          </p:grpSpPr>
          <p:grpSp>
            <p:nvGrpSpPr>
              <p:cNvPr id="26" name="Google Shape;26;p2"/>
              <p:cNvGrpSpPr/>
              <p:nvPr/>
            </p:nvGrpSpPr>
            <p:grpSpPr>
              <a:xfrm rot="5400000">
                <a:off x="-192674" y="234798"/>
                <a:ext cx="5467198" cy="4654700"/>
                <a:chOff x="12075" y="444775"/>
                <a:chExt cx="9144000" cy="4654700"/>
              </a:xfrm>
            </p:grpSpPr>
            <p:grpSp>
              <p:nvGrpSpPr>
                <p:cNvPr id="27" name="Google Shape;27;p2"/>
                <p:cNvGrpSpPr/>
                <p:nvPr/>
              </p:nvGrpSpPr>
              <p:grpSpPr>
                <a:xfrm>
                  <a:off x="12075" y="444775"/>
                  <a:ext cx="9144000" cy="1396425"/>
                  <a:chOff x="12075" y="444775"/>
                  <a:chExt cx="9144000" cy="1396425"/>
                </a:xfrm>
              </p:grpSpPr>
              <p:cxnSp>
                <p:nvCxnSpPr>
                  <p:cNvPr id="28" name="Google Shape;28;p2"/>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29" name="Google Shape;29;p2"/>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0" name="Google Shape;30;p2"/>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1" name="Google Shape;31;p2"/>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2" name="Google Shape;32;p2"/>
                <p:cNvGrpSpPr/>
                <p:nvPr/>
              </p:nvGrpSpPr>
              <p:grpSpPr>
                <a:xfrm>
                  <a:off x="12075" y="2306650"/>
                  <a:ext cx="9144000" cy="1396425"/>
                  <a:chOff x="12075" y="444775"/>
                  <a:chExt cx="9144000" cy="1396425"/>
                </a:xfrm>
              </p:grpSpPr>
              <p:cxnSp>
                <p:nvCxnSpPr>
                  <p:cNvPr id="33" name="Google Shape;33;p2"/>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4" name="Google Shape;34;p2"/>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5" name="Google Shape;35;p2"/>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 name="Google Shape;36;p2"/>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7" name="Google Shape;37;p2"/>
                <p:cNvGrpSpPr/>
                <p:nvPr/>
              </p:nvGrpSpPr>
              <p:grpSpPr>
                <a:xfrm>
                  <a:off x="12075" y="4168525"/>
                  <a:ext cx="9144000" cy="930950"/>
                  <a:chOff x="12075" y="444775"/>
                  <a:chExt cx="9144000" cy="930950"/>
                </a:xfrm>
              </p:grpSpPr>
              <p:cxnSp>
                <p:nvCxnSpPr>
                  <p:cNvPr id="38" name="Google Shape;38;p2"/>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9" name="Google Shape;39;p2"/>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40" name="Google Shape;40;p2"/>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41" name="Google Shape;41;p2"/>
              <p:cNvGrpSpPr/>
              <p:nvPr/>
            </p:nvGrpSpPr>
            <p:grpSpPr>
              <a:xfrm rot="5400000">
                <a:off x="4473201" y="700273"/>
                <a:ext cx="5467198" cy="3723750"/>
                <a:chOff x="12075" y="1375725"/>
                <a:chExt cx="9144000" cy="3723750"/>
              </a:xfrm>
            </p:grpSpPr>
            <p:grpSp>
              <p:nvGrpSpPr>
                <p:cNvPr id="42" name="Google Shape;42;p2"/>
                <p:cNvGrpSpPr/>
                <p:nvPr/>
              </p:nvGrpSpPr>
              <p:grpSpPr>
                <a:xfrm>
                  <a:off x="12075" y="1375725"/>
                  <a:ext cx="9144000" cy="465475"/>
                  <a:chOff x="12075" y="1375725"/>
                  <a:chExt cx="9144000" cy="465475"/>
                </a:xfrm>
              </p:grpSpPr>
              <p:cxnSp>
                <p:nvCxnSpPr>
                  <p:cNvPr id="43" name="Google Shape;43;p2"/>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44" name="Google Shape;44;p2"/>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45" name="Google Shape;45;p2"/>
                <p:cNvGrpSpPr/>
                <p:nvPr/>
              </p:nvGrpSpPr>
              <p:grpSpPr>
                <a:xfrm>
                  <a:off x="12075" y="2306650"/>
                  <a:ext cx="9144000" cy="1396425"/>
                  <a:chOff x="12075" y="444775"/>
                  <a:chExt cx="9144000" cy="1396425"/>
                </a:xfrm>
              </p:grpSpPr>
              <p:cxnSp>
                <p:nvCxnSpPr>
                  <p:cNvPr id="46" name="Google Shape;46;p2"/>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47" name="Google Shape;47;p2"/>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48" name="Google Shape;48;p2"/>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49" name="Google Shape;49;p2"/>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0" name="Google Shape;50;p2"/>
                <p:cNvGrpSpPr/>
                <p:nvPr/>
              </p:nvGrpSpPr>
              <p:grpSpPr>
                <a:xfrm>
                  <a:off x="12075" y="4168525"/>
                  <a:ext cx="9144000" cy="930950"/>
                  <a:chOff x="12075" y="444775"/>
                  <a:chExt cx="9144000" cy="930950"/>
                </a:xfrm>
              </p:grpSpPr>
              <p:cxnSp>
                <p:nvCxnSpPr>
                  <p:cNvPr id="51" name="Google Shape;51;p2"/>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2" name="Google Shape;52;p2"/>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3" name="Google Shape;53;p2"/>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54" name="Google Shape;54;p2"/>
          <p:cNvSpPr txBox="1">
            <a:spLocks noGrp="1"/>
          </p:cNvSpPr>
          <p:nvPr>
            <p:ph type="ctrTitle"/>
          </p:nvPr>
        </p:nvSpPr>
        <p:spPr>
          <a:xfrm>
            <a:off x="713225" y="820500"/>
            <a:ext cx="4035600" cy="27495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4000"/>
              <a:buNone/>
              <a:defRPr sz="4000"/>
            </a:lvl1pPr>
            <a:lvl2pPr lvl="1" algn="l">
              <a:spcBef>
                <a:spcPts val="0"/>
              </a:spcBef>
              <a:spcAft>
                <a:spcPts val="0"/>
              </a:spcAft>
              <a:buClr>
                <a:srgbClr val="191919"/>
              </a:buClr>
              <a:buSzPts val="4000"/>
              <a:buNone/>
              <a:defRPr sz="4000">
                <a:solidFill>
                  <a:srgbClr val="191919"/>
                </a:solidFill>
              </a:defRPr>
            </a:lvl2pPr>
            <a:lvl3pPr lvl="2" algn="l">
              <a:spcBef>
                <a:spcPts val="0"/>
              </a:spcBef>
              <a:spcAft>
                <a:spcPts val="0"/>
              </a:spcAft>
              <a:buClr>
                <a:srgbClr val="191919"/>
              </a:buClr>
              <a:buSzPts val="4000"/>
              <a:buNone/>
              <a:defRPr sz="4000">
                <a:solidFill>
                  <a:srgbClr val="191919"/>
                </a:solidFill>
              </a:defRPr>
            </a:lvl3pPr>
            <a:lvl4pPr lvl="3" algn="l">
              <a:spcBef>
                <a:spcPts val="0"/>
              </a:spcBef>
              <a:spcAft>
                <a:spcPts val="0"/>
              </a:spcAft>
              <a:buClr>
                <a:srgbClr val="191919"/>
              </a:buClr>
              <a:buSzPts val="4000"/>
              <a:buNone/>
              <a:defRPr sz="4000">
                <a:solidFill>
                  <a:srgbClr val="191919"/>
                </a:solidFill>
              </a:defRPr>
            </a:lvl4pPr>
            <a:lvl5pPr lvl="4" algn="l">
              <a:spcBef>
                <a:spcPts val="0"/>
              </a:spcBef>
              <a:spcAft>
                <a:spcPts val="0"/>
              </a:spcAft>
              <a:buClr>
                <a:srgbClr val="191919"/>
              </a:buClr>
              <a:buSzPts val="4000"/>
              <a:buNone/>
              <a:defRPr sz="4000">
                <a:solidFill>
                  <a:srgbClr val="191919"/>
                </a:solidFill>
              </a:defRPr>
            </a:lvl5pPr>
            <a:lvl6pPr lvl="5" algn="l">
              <a:spcBef>
                <a:spcPts val="0"/>
              </a:spcBef>
              <a:spcAft>
                <a:spcPts val="0"/>
              </a:spcAft>
              <a:buClr>
                <a:srgbClr val="191919"/>
              </a:buClr>
              <a:buSzPts val="4000"/>
              <a:buNone/>
              <a:defRPr sz="4000">
                <a:solidFill>
                  <a:srgbClr val="191919"/>
                </a:solidFill>
              </a:defRPr>
            </a:lvl6pPr>
            <a:lvl7pPr lvl="6" algn="l">
              <a:spcBef>
                <a:spcPts val="0"/>
              </a:spcBef>
              <a:spcAft>
                <a:spcPts val="0"/>
              </a:spcAft>
              <a:buClr>
                <a:srgbClr val="191919"/>
              </a:buClr>
              <a:buSzPts val="4000"/>
              <a:buNone/>
              <a:defRPr sz="4000">
                <a:solidFill>
                  <a:srgbClr val="191919"/>
                </a:solidFill>
              </a:defRPr>
            </a:lvl7pPr>
            <a:lvl8pPr lvl="7" algn="l">
              <a:spcBef>
                <a:spcPts val="0"/>
              </a:spcBef>
              <a:spcAft>
                <a:spcPts val="0"/>
              </a:spcAft>
              <a:buClr>
                <a:srgbClr val="191919"/>
              </a:buClr>
              <a:buSzPts val="4000"/>
              <a:buNone/>
              <a:defRPr sz="4000">
                <a:solidFill>
                  <a:srgbClr val="191919"/>
                </a:solidFill>
              </a:defRPr>
            </a:lvl8pPr>
            <a:lvl9pPr lvl="8" algn="l">
              <a:spcBef>
                <a:spcPts val="0"/>
              </a:spcBef>
              <a:spcAft>
                <a:spcPts val="0"/>
              </a:spcAft>
              <a:buClr>
                <a:srgbClr val="191919"/>
              </a:buClr>
              <a:buSzPts val="4000"/>
              <a:buNone/>
              <a:defRPr sz="4000">
                <a:solidFill>
                  <a:srgbClr val="191919"/>
                </a:solidFill>
              </a:defRPr>
            </a:lvl9pPr>
          </a:lstStyle>
          <a:p>
            <a:endParaRPr/>
          </a:p>
        </p:txBody>
      </p:sp>
      <p:sp>
        <p:nvSpPr>
          <p:cNvPr id="55" name="Google Shape;55;p2"/>
          <p:cNvSpPr txBox="1">
            <a:spLocks noGrp="1"/>
          </p:cNvSpPr>
          <p:nvPr>
            <p:ph type="subTitle" idx="1"/>
          </p:nvPr>
        </p:nvSpPr>
        <p:spPr>
          <a:xfrm>
            <a:off x="713225" y="3808525"/>
            <a:ext cx="4035600" cy="3381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SzPts val="1400"/>
              <a:buNone/>
              <a:defRPr sz="1600">
                <a:solidFill>
                  <a:schemeClr val="dk1"/>
                </a:solidFill>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7" y="167200"/>
            <a:ext cx="8952587" cy="4867172"/>
            <a:chOff x="-7" y="167200"/>
            <a:chExt cx="8952587" cy="4867172"/>
          </a:xfrm>
        </p:grpSpPr>
        <p:grpSp>
          <p:nvGrpSpPr>
            <p:cNvPr id="57" name="Google Shape;57;p2"/>
            <p:cNvGrpSpPr/>
            <p:nvPr/>
          </p:nvGrpSpPr>
          <p:grpSpPr>
            <a:xfrm>
              <a:off x="7519182" y="4467918"/>
              <a:ext cx="1433398" cy="566454"/>
              <a:chOff x="7519182" y="4467918"/>
              <a:chExt cx="1433398" cy="566454"/>
            </a:xfrm>
          </p:grpSpPr>
          <p:sp>
            <p:nvSpPr>
              <p:cNvPr id="58" name="Google Shape;58;p2"/>
              <p:cNvSpPr/>
              <p:nvPr/>
            </p:nvSpPr>
            <p:spPr>
              <a:xfrm>
                <a:off x="8561631" y="4643609"/>
                <a:ext cx="390949" cy="390763"/>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519182" y="4467918"/>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7" y="167200"/>
              <a:ext cx="1266969" cy="226225"/>
              <a:chOff x="-7" y="167200"/>
              <a:chExt cx="1266969" cy="226225"/>
            </a:xfrm>
          </p:grpSpPr>
          <p:sp>
            <p:nvSpPr>
              <p:cNvPr id="61" name="Google Shape;61;p2"/>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grpSp>
        <p:nvGrpSpPr>
          <p:cNvPr id="64" name="Google Shape;64;p3"/>
          <p:cNvGrpSpPr/>
          <p:nvPr/>
        </p:nvGrpSpPr>
        <p:grpSpPr>
          <a:xfrm flipH="1">
            <a:off x="0" y="-161849"/>
            <a:ext cx="9144000" cy="5467198"/>
            <a:chOff x="0" y="-171451"/>
            <a:chExt cx="9144000" cy="5467198"/>
          </a:xfrm>
        </p:grpSpPr>
        <p:grpSp>
          <p:nvGrpSpPr>
            <p:cNvPr id="65" name="Google Shape;65;p3"/>
            <p:cNvGrpSpPr/>
            <p:nvPr/>
          </p:nvGrpSpPr>
          <p:grpSpPr>
            <a:xfrm>
              <a:off x="0" y="135850"/>
              <a:ext cx="9144000" cy="4654700"/>
              <a:chOff x="12075" y="212050"/>
              <a:chExt cx="9144000" cy="4654700"/>
            </a:xfrm>
          </p:grpSpPr>
          <p:grpSp>
            <p:nvGrpSpPr>
              <p:cNvPr id="66" name="Google Shape;66;p3"/>
              <p:cNvGrpSpPr/>
              <p:nvPr/>
            </p:nvGrpSpPr>
            <p:grpSpPr>
              <a:xfrm>
                <a:off x="12075" y="212050"/>
                <a:ext cx="9144000" cy="1396425"/>
                <a:chOff x="12075" y="212050"/>
                <a:chExt cx="9144000" cy="1396425"/>
              </a:xfrm>
            </p:grpSpPr>
            <p:cxnSp>
              <p:nvCxnSpPr>
                <p:cNvPr id="67" name="Google Shape;67;p3"/>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8" name="Google Shape;68;p3"/>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9" name="Google Shape;69;p3"/>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70" name="Google Shape;70;p3"/>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71" name="Google Shape;71;p3"/>
              <p:cNvGrpSpPr/>
              <p:nvPr/>
            </p:nvGrpSpPr>
            <p:grpSpPr>
              <a:xfrm>
                <a:off x="12075" y="2073925"/>
                <a:ext cx="9144000" cy="1396425"/>
                <a:chOff x="12075" y="212050"/>
                <a:chExt cx="9144000" cy="1396425"/>
              </a:xfrm>
            </p:grpSpPr>
            <p:cxnSp>
              <p:nvCxnSpPr>
                <p:cNvPr id="72" name="Google Shape;72;p3"/>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73" name="Google Shape;73;p3"/>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74" name="Google Shape;74;p3"/>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75" name="Google Shape;75;p3"/>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76" name="Google Shape;76;p3"/>
              <p:cNvGrpSpPr/>
              <p:nvPr/>
            </p:nvGrpSpPr>
            <p:grpSpPr>
              <a:xfrm>
                <a:off x="12075" y="3935800"/>
                <a:ext cx="9144000" cy="930950"/>
                <a:chOff x="12075" y="212050"/>
                <a:chExt cx="9144000" cy="930950"/>
              </a:xfrm>
            </p:grpSpPr>
            <p:cxnSp>
              <p:nvCxnSpPr>
                <p:cNvPr id="77" name="Google Shape;77;p3"/>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78" name="Google Shape;78;p3"/>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79" name="Google Shape;79;p3"/>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80" name="Google Shape;80;p3"/>
            <p:cNvGrpSpPr/>
            <p:nvPr/>
          </p:nvGrpSpPr>
          <p:grpSpPr>
            <a:xfrm>
              <a:off x="213575" y="-171451"/>
              <a:ext cx="8855100" cy="5467198"/>
              <a:chOff x="213575" y="-171451"/>
              <a:chExt cx="8855100" cy="5467198"/>
            </a:xfrm>
          </p:grpSpPr>
          <p:grpSp>
            <p:nvGrpSpPr>
              <p:cNvPr id="81" name="Google Shape;81;p3"/>
              <p:cNvGrpSpPr/>
              <p:nvPr/>
            </p:nvGrpSpPr>
            <p:grpSpPr>
              <a:xfrm rot="5400000">
                <a:off x="-192674" y="234798"/>
                <a:ext cx="5467198" cy="4654700"/>
                <a:chOff x="12075" y="444775"/>
                <a:chExt cx="9144000" cy="4654700"/>
              </a:xfrm>
            </p:grpSpPr>
            <p:grpSp>
              <p:nvGrpSpPr>
                <p:cNvPr id="82" name="Google Shape;82;p3"/>
                <p:cNvGrpSpPr/>
                <p:nvPr/>
              </p:nvGrpSpPr>
              <p:grpSpPr>
                <a:xfrm>
                  <a:off x="12075" y="444775"/>
                  <a:ext cx="9144000" cy="1396425"/>
                  <a:chOff x="12075" y="444775"/>
                  <a:chExt cx="9144000" cy="1396425"/>
                </a:xfrm>
              </p:grpSpPr>
              <p:cxnSp>
                <p:nvCxnSpPr>
                  <p:cNvPr id="83" name="Google Shape;83;p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4" name="Google Shape;84;p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5" name="Google Shape;85;p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6" name="Google Shape;86;p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87" name="Google Shape;87;p3"/>
                <p:cNvGrpSpPr/>
                <p:nvPr/>
              </p:nvGrpSpPr>
              <p:grpSpPr>
                <a:xfrm>
                  <a:off x="12075" y="2306650"/>
                  <a:ext cx="9144000" cy="1396425"/>
                  <a:chOff x="12075" y="444775"/>
                  <a:chExt cx="9144000" cy="1396425"/>
                </a:xfrm>
              </p:grpSpPr>
              <p:cxnSp>
                <p:nvCxnSpPr>
                  <p:cNvPr id="88" name="Google Shape;88;p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9" name="Google Shape;89;p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0" name="Google Shape;90;p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1" name="Google Shape;91;p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92" name="Google Shape;92;p3"/>
                <p:cNvGrpSpPr/>
                <p:nvPr/>
              </p:nvGrpSpPr>
              <p:grpSpPr>
                <a:xfrm>
                  <a:off x="12075" y="4168525"/>
                  <a:ext cx="9144000" cy="930950"/>
                  <a:chOff x="12075" y="444775"/>
                  <a:chExt cx="9144000" cy="930950"/>
                </a:xfrm>
              </p:grpSpPr>
              <p:cxnSp>
                <p:nvCxnSpPr>
                  <p:cNvPr id="93" name="Google Shape;93;p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4" name="Google Shape;94;p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5" name="Google Shape;95;p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96" name="Google Shape;96;p3"/>
              <p:cNvGrpSpPr/>
              <p:nvPr/>
            </p:nvGrpSpPr>
            <p:grpSpPr>
              <a:xfrm rot="5400000">
                <a:off x="4473201" y="700273"/>
                <a:ext cx="5467198" cy="3723750"/>
                <a:chOff x="12075" y="1375725"/>
                <a:chExt cx="9144000" cy="3723750"/>
              </a:xfrm>
            </p:grpSpPr>
            <p:grpSp>
              <p:nvGrpSpPr>
                <p:cNvPr id="97" name="Google Shape;97;p3"/>
                <p:cNvGrpSpPr/>
                <p:nvPr/>
              </p:nvGrpSpPr>
              <p:grpSpPr>
                <a:xfrm>
                  <a:off x="12075" y="1375725"/>
                  <a:ext cx="9144000" cy="465475"/>
                  <a:chOff x="12075" y="1375725"/>
                  <a:chExt cx="9144000" cy="465475"/>
                </a:xfrm>
              </p:grpSpPr>
              <p:cxnSp>
                <p:nvCxnSpPr>
                  <p:cNvPr id="98" name="Google Shape;98;p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9" name="Google Shape;99;p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00" name="Google Shape;100;p3"/>
                <p:cNvGrpSpPr/>
                <p:nvPr/>
              </p:nvGrpSpPr>
              <p:grpSpPr>
                <a:xfrm>
                  <a:off x="12075" y="2306650"/>
                  <a:ext cx="9144000" cy="1396425"/>
                  <a:chOff x="12075" y="444775"/>
                  <a:chExt cx="9144000" cy="1396425"/>
                </a:xfrm>
              </p:grpSpPr>
              <p:cxnSp>
                <p:nvCxnSpPr>
                  <p:cNvPr id="101" name="Google Shape;101;p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02" name="Google Shape;102;p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03" name="Google Shape;103;p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04" name="Google Shape;104;p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05" name="Google Shape;105;p3"/>
                <p:cNvGrpSpPr/>
                <p:nvPr/>
              </p:nvGrpSpPr>
              <p:grpSpPr>
                <a:xfrm>
                  <a:off x="12075" y="4168525"/>
                  <a:ext cx="9144000" cy="930950"/>
                  <a:chOff x="12075" y="444775"/>
                  <a:chExt cx="9144000" cy="930950"/>
                </a:xfrm>
              </p:grpSpPr>
              <p:cxnSp>
                <p:nvCxnSpPr>
                  <p:cNvPr id="106" name="Google Shape;106;p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07" name="Google Shape;107;p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08" name="Google Shape;108;p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109" name="Google Shape;109;p3"/>
          <p:cNvSpPr txBox="1">
            <a:spLocks noGrp="1"/>
          </p:cNvSpPr>
          <p:nvPr>
            <p:ph type="title"/>
          </p:nvPr>
        </p:nvSpPr>
        <p:spPr>
          <a:xfrm>
            <a:off x="4178250" y="2448225"/>
            <a:ext cx="4032300" cy="8373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0" name="Google Shape;110;p3"/>
          <p:cNvSpPr txBox="1">
            <a:spLocks noGrp="1"/>
          </p:cNvSpPr>
          <p:nvPr>
            <p:ph type="title" idx="2" hasCustomPrompt="1"/>
          </p:nvPr>
        </p:nvSpPr>
        <p:spPr>
          <a:xfrm>
            <a:off x="5453300" y="1423663"/>
            <a:ext cx="1482300" cy="770400"/>
          </a:xfrm>
          <a:prstGeom prst="rect">
            <a:avLst/>
          </a:prstGeom>
          <a:solidFill>
            <a:schemeClr val="lt2"/>
          </a:solidFill>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1" name="Google Shape;111;p3"/>
          <p:cNvSpPr txBox="1">
            <a:spLocks noGrp="1"/>
          </p:cNvSpPr>
          <p:nvPr>
            <p:ph type="subTitle" idx="1"/>
          </p:nvPr>
        </p:nvSpPr>
        <p:spPr>
          <a:xfrm>
            <a:off x="4178250" y="3344850"/>
            <a:ext cx="4032300" cy="37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12" name="Google Shape;112;p3"/>
          <p:cNvGrpSpPr/>
          <p:nvPr/>
        </p:nvGrpSpPr>
        <p:grpSpPr>
          <a:xfrm>
            <a:off x="173907" y="92498"/>
            <a:ext cx="8795602" cy="4945088"/>
            <a:chOff x="173907" y="92498"/>
            <a:chExt cx="8795602" cy="4945088"/>
          </a:xfrm>
        </p:grpSpPr>
        <p:grpSp>
          <p:nvGrpSpPr>
            <p:cNvPr id="113" name="Google Shape;113;p3"/>
            <p:cNvGrpSpPr/>
            <p:nvPr/>
          </p:nvGrpSpPr>
          <p:grpSpPr>
            <a:xfrm>
              <a:off x="8918459" y="243592"/>
              <a:ext cx="51049" cy="774142"/>
              <a:chOff x="8211712" y="2037146"/>
              <a:chExt cx="34742" cy="526950"/>
            </a:xfrm>
          </p:grpSpPr>
          <p:sp>
            <p:nvSpPr>
              <p:cNvPr id="114" name="Google Shape;114;p3"/>
              <p:cNvSpPr/>
              <p:nvPr/>
            </p:nvSpPr>
            <p:spPr>
              <a:xfrm>
                <a:off x="8211712" y="2037146"/>
                <a:ext cx="34742" cy="54481"/>
              </a:xfrm>
              <a:custGeom>
                <a:avLst/>
                <a:gdLst/>
                <a:ahLst/>
                <a:cxnLst/>
                <a:rect l="l" t="t" r="r" b="b"/>
                <a:pathLst>
                  <a:path w="352" h="552" extrusionOk="0">
                    <a:moveTo>
                      <a:pt x="1" y="0"/>
                    </a:moveTo>
                    <a:lnTo>
                      <a:pt x="1" y="552"/>
                    </a:lnTo>
                    <a:lnTo>
                      <a:pt x="352" y="55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3"/>
              <p:cNvSpPr/>
              <p:nvPr/>
            </p:nvSpPr>
            <p:spPr>
              <a:xfrm>
                <a:off x="8211712" y="2116302"/>
                <a:ext cx="34742" cy="54481"/>
              </a:xfrm>
              <a:custGeom>
                <a:avLst/>
                <a:gdLst/>
                <a:ahLst/>
                <a:cxnLst/>
                <a:rect l="l" t="t" r="r" b="b"/>
                <a:pathLst>
                  <a:path w="352" h="552" extrusionOk="0">
                    <a:moveTo>
                      <a:pt x="1" y="0"/>
                    </a:moveTo>
                    <a:lnTo>
                      <a:pt x="1" y="552"/>
                    </a:lnTo>
                    <a:lnTo>
                      <a:pt x="352" y="55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8211712" y="2195458"/>
                <a:ext cx="34742" cy="54481"/>
              </a:xfrm>
              <a:custGeom>
                <a:avLst/>
                <a:gdLst/>
                <a:ahLst/>
                <a:cxnLst/>
                <a:rect l="l" t="t" r="r" b="b"/>
                <a:pathLst>
                  <a:path w="352" h="552" extrusionOk="0">
                    <a:moveTo>
                      <a:pt x="1" y="1"/>
                    </a:moveTo>
                    <a:lnTo>
                      <a:pt x="1" y="552"/>
                    </a:lnTo>
                    <a:lnTo>
                      <a:pt x="352" y="55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8211712" y="2274614"/>
                <a:ext cx="34742" cy="54481"/>
              </a:xfrm>
              <a:custGeom>
                <a:avLst/>
                <a:gdLst/>
                <a:ahLst/>
                <a:cxnLst/>
                <a:rect l="l" t="t" r="r" b="b"/>
                <a:pathLst>
                  <a:path w="352" h="552" extrusionOk="0">
                    <a:moveTo>
                      <a:pt x="1" y="1"/>
                    </a:moveTo>
                    <a:lnTo>
                      <a:pt x="1" y="552"/>
                    </a:lnTo>
                    <a:lnTo>
                      <a:pt x="352" y="55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8211712" y="2353770"/>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8211712" y="2432927"/>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8211712" y="2512083"/>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3"/>
            <p:cNvGrpSpPr/>
            <p:nvPr/>
          </p:nvGrpSpPr>
          <p:grpSpPr>
            <a:xfrm>
              <a:off x="173907" y="4750539"/>
              <a:ext cx="291257" cy="287046"/>
              <a:chOff x="5456048" y="1794743"/>
              <a:chExt cx="178248" cy="175682"/>
            </a:xfrm>
          </p:grpSpPr>
          <p:sp>
            <p:nvSpPr>
              <p:cNvPr id="122" name="Google Shape;122;p3"/>
              <p:cNvSpPr/>
              <p:nvPr/>
            </p:nvSpPr>
            <p:spPr>
              <a:xfrm>
                <a:off x="5456048" y="1794743"/>
                <a:ext cx="178248" cy="175682"/>
              </a:xfrm>
              <a:custGeom>
                <a:avLst/>
                <a:gdLst/>
                <a:ahLst/>
                <a:cxnLst/>
                <a:rect l="l" t="t" r="r" b="b"/>
                <a:pathLst>
                  <a:path w="1806" h="1780" extrusionOk="0">
                    <a:moveTo>
                      <a:pt x="277" y="0"/>
                    </a:moveTo>
                    <a:lnTo>
                      <a:pt x="1" y="276"/>
                    </a:lnTo>
                    <a:lnTo>
                      <a:pt x="1530" y="1780"/>
                    </a:lnTo>
                    <a:lnTo>
                      <a:pt x="1805" y="1504"/>
                    </a:lnTo>
                    <a:lnTo>
                      <a:pt x="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5456048" y="1794743"/>
                <a:ext cx="178248" cy="175682"/>
              </a:xfrm>
              <a:custGeom>
                <a:avLst/>
                <a:gdLst/>
                <a:ahLst/>
                <a:cxnLst/>
                <a:rect l="l" t="t" r="r" b="b"/>
                <a:pathLst>
                  <a:path w="1806" h="1780" extrusionOk="0">
                    <a:moveTo>
                      <a:pt x="1505" y="0"/>
                    </a:moveTo>
                    <a:lnTo>
                      <a:pt x="1" y="1504"/>
                    </a:lnTo>
                    <a:lnTo>
                      <a:pt x="302" y="1780"/>
                    </a:lnTo>
                    <a:lnTo>
                      <a:pt x="1805" y="276"/>
                    </a:lnTo>
                    <a:lnTo>
                      <a:pt x="15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 name="Google Shape;124;p3"/>
            <p:cNvSpPr/>
            <p:nvPr/>
          </p:nvSpPr>
          <p:spPr>
            <a:xfrm rot="-123321">
              <a:off x="7897400" y="4768750"/>
              <a:ext cx="1018402" cy="166548"/>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8639763" y="92498"/>
              <a:ext cx="207956" cy="207857"/>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8"/>
        <p:cNvGrpSpPr/>
        <p:nvPr/>
      </p:nvGrpSpPr>
      <p:grpSpPr>
        <a:xfrm>
          <a:off x="0" y="0"/>
          <a:ext cx="0" cy="0"/>
          <a:chOff x="0" y="0"/>
          <a:chExt cx="0" cy="0"/>
        </a:xfrm>
      </p:grpSpPr>
      <p:grpSp>
        <p:nvGrpSpPr>
          <p:cNvPr id="299" name="Google Shape;299;p7"/>
          <p:cNvGrpSpPr/>
          <p:nvPr/>
        </p:nvGrpSpPr>
        <p:grpSpPr>
          <a:xfrm flipH="1">
            <a:off x="0" y="-161849"/>
            <a:ext cx="9144000" cy="5467198"/>
            <a:chOff x="0" y="-171451"/>
            <a:chExt cx="9144000" cy="5467198"/>
          </a:xfrm>
        </p:grpSpPr>
        <p:grpSp>
          <p:nvGrpSpPr>
            <p:cNvPr id="300" name="Google Shape;300;p7"/>
            <p:cNvGrpSpPr/>
            <p:nvPr/>
          </p:nvGrpSpPr>
          <p:grpSpPr>
            <a:xfrm>
              <a:off x="0" y="135850"/>
              <a:ext cx="9144000" cy="4654700"/>
              <a:chOff x="12075" y="212050"/>
              <a:chExt cx="9144000" cy="4654700"/>
            </a:xfrm>
          </p:grpSpPr>
          <p:grpSp>
            <p:nvGrpSpPr>
              <p:cNvPr id="301" name="Google Shape;301;p7"/>
              <p:cNvGrpSpPr/>
              <p:nvPr/>
            </p:nvGrpSpPr>
            <p:grpSpPr>
              <a:xfrm>
                <a:off x="12075" y="212050"/>
                <a:ext cx="9144000" cy="1396425"/>
                <a:chOff x="12075" y="212050"/>
                <a:chExt cx="9144000" cy="1396425"/>
              </a:xfrm>
            </p:grpSpPr>
            <p:cxnSp>
              <p:nvCxnSpPr>
                <p:cNvPr id="302" name="Google Shape;302;p7"/>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03" name="Google Shape;303;p7"/>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04" name="Google Shape;304;p7"/>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05" name="Google Shape;305;p7"/>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06" name="Google Shape;306;p7"/>
              <p:cNvGrpSpPr/>
              <p:nvPr/>
            </p:nvGrpSpPr>
            <p:grpSpPr>
              <a:xfrm>
                <a:off x="12075" y="2073925"/>
                <a:ext cx="9144000" cy="1396425"/>
                <a:chOff x="12075" y="212050"/>
                <a:chExt cx="9144000" cy="1396425"/>
              </a:xfrm>
            </p:grpSpPr>
            <p:cxnSp>
              <p:nvCxnSpPr>
                <p:cNvPr id="307" name="Google Shape;307;p7"/>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08" name="Google Shape;308;p7"/>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09" name="Google Shape;309;p7"/>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10" name="Google Shape;310;p7"/>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11" name="Google Shape;311;p7"/>
              <p:cNvGrpSpPr/>
              <p:nvPr/>
            </p:nvGrpSpPr>
            <p:grpSpPr>
              <a:xfrm>
                <a:off x="12075" y="3935800"/>
                <a:ext cx="9144000" cy="930950"/>
                <a:chOff x="12075" y="212050"/>
                <a:chExt cx="9144000" cy="930950"/>
              </a:xfrm>
            </p:grpSpPr>
            <p:cxnSp>
              <p:nvCxnSpPr>
                <p:cNvPr id="312" name="Google Shape;312;p7"/>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13" name="Google Shape;313;p7"/>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14" name="Google Shape;314;p7"/>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315" name="Google Shape;315;p7"/>
            <p:cNvGrpSpPr/>
            <p:nvPr/>
          </p:nvGrpSpPr>
          <p:grpSpPr>
            <a:xfrm>
              <a:off x="213575" y="-171451"/>
              <a:ext cx="8855100" cy="5467198"/>
              <a:chOff x="213575" y="-171451"/>
              <a:chExt cx="8855100" cy="5467198"/>
            </a:xfrm>
          </p:grpSpPr>
          <p:grpSp>
            <p:nvGrpSpPr>
              <p:cNvPr id="316" name="Google Shape;316;p7"/>
              <p:cNvGrpSpPr/>
              <p:nvPr/>
            </p:nvGrpSpPr>
            <p:grpSpPr>
              <a:xfrm rot="5400000">
                <a:off x="-192674" y="234798"/>
                <a:ext cx="5467198" cy="4654700"/>
                <a:chOff x="12075" y="444775"/>
                <a:chExt cx="9144000" cy="4654700"/>
              </a:xfrm>
            </p:grpSpPr>
            <p:grpSp>
              <p:nvGrpSpPr>
                <p:cNvPr id="317" name="Google Shape;317;p7"/>
                <p:cNvGrpSpPr/>
                <p:nvPr/>
              </p:nvGrpSpPr>
              <p:grpSpPr>
                <a:xfrm>
                  <a:off x="12075" y="444775"/>
                  <a:ext cx="9144000" cy="1396425"/>
                  <a:chOff x="12075" y="444775"/>
                  <a:chExt cx="9144000" cy="1396425"/>
                </a:xfrm>
              </p:grpSpPr>
              <p:cxnSp>
                <p:nvCxnSpPr>
                  <p:cNvPr id="318" name="Google Shape;318;p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19" name="Google Shape;319;p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20" name="Google Shape;320;p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21" name="Google Shape;321;p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22" name="Google Shape;322;p7"/>
                <p:cNvGrpSpPr/>
                <p:nvPr/>
              </p:nvGrpSpPr>
              <p:grpSpPr>
                <a:xfrm>
                  <a:off x="12075" y="2306650"/>
                  <a:ext cx="9144000" cy="1396425"/>
                  <a:chOff x="12075" y="444775"/>
                  <a:chExt cx="9144000" cy="1396425"/>
                </a:xfrm>
              </p:grpSpPr>
              <p:cxnSp>
                <p:nvCxnSpPr>
                  <p:cNvPr id="323" name="Google Shape;323;p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24" name="Google Shape;324;p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25" name="Google Shape;325;p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26" name="Google Shape;326;p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27" name="Google Shape;327;p7"/>
                <p:cNvGrpSpPr/>
                <p:nvPr/>
              </p:nvGrpSpPr>
              <p:grpSpPr>
                <a:xfrm>
                  <a:off x="12075" y="4168525"/>
                  <a:ext cx="9144000" cy="930950"/>
                  <a:chOff x="12075" y="444775"/>
                  <a:chExt cx="9144000" cy="930950"/>
                </a:xfrm>
              </p:grpSpPr>
              <p:cxnSp>
                <p:nvCxnSpPr>
                  <p:cNvPr id="328" name="Google Shape;328;p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29" name="Google Shape;329;p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30" name="Google Shape;330;p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331" name="Google Shape;331;p7"/>
              <p:cNvGrpSpPr/>
              <p:nvPr/>
            </p:nvGrpSpPr>
            <p:grpSpPr>
              <a:xfrm rot="5400000">
                <a:off x="4473201" y="700273"/>
                <a:ext cx="5467198" cy="3723750"/>
                <a:chOff x="12075" y="1375725"/>
                <a:chExt cx="9144000" cy="3723750"/>
              </a:xfrm>
            </p:grpSpPr>
            <p:grpSp>
              <p:nvGrpSpPr>
                <p:cNvPr id="332" name="Google Shape;332;p7"/>
                <p:cNvGrpSpPr/>
                <p:nvPr/>
              </p:nvGrpSpPr>
              <p:grpSpPr>
                <a:xfrm>
                  <a:off x="12075" y="1375725"/>
                  <a:ext cx="9144000" cy="465475"/>
                  <a:chOff x="12075" y="1375725"/>
                  <a:chExt cx="9144000" cy="465475"/>
                </a:xfrm>
              </p:grpSpPr>
              <p:cxnSp>
                <p:nvCxnSpPr>
                  <p:cNvPr id="333" name="Google Shape;333;p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34" name="Google Shape;334;p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35" name="Google Shape;335;p7"/>
                <p:cNvGrpSpPr/>
                <p:nvPr/>
              </p:nvGrpSpPr>
              <p:grpSpPr>
                <a:xfrm>
                  <a:off x="12075" y="2306650"/>
                  <a:ext cx="9144000" cy="1396425"/>
                  <a:chOff x="12075" y="444775"/>
                  <a:chExt cx="9144000" cy="1396425"/>
                </a:xfrm>
              </p:grpSpPr>
              <p:cxnSp>
                <p:nvCxnSpPr>
                  <p:cNvPr id="336" name="Google Shape;336;p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37" name="Google Shape;337;p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38" name="Google Shape;338;p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39" name="Google Shape;339;p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40" name="Google Shape;340;p7"/>
                <p:cNvGrpSpPr/>
                <p:nvPr/>
              </p:nvGrpSpPr>
              <p:grpSpPr>
                <a:xfrm>
                  <a:off x="12075" y="4168525"/>
                  <a:ext cx="9144000" cy="930950"/>
                  <a:chOff x="12075" y="444775"/>
                  <a:chExt cx="9144000" cy="930950"/>
                </a:xfrm>
              </p:grpSpPr>
              <p:cxnSp>
                <p:nvCxnSpPr>
                  <p:cNvPr id="341" name="Google Shape;341;p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42" name="Google Shape;342;p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43" name="Google Shape;343;p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344" name="Google Shape;344;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5" name="Google Shape;345;p7"/>
          <p:cNvSpPr txBox="1">
            <a:spLocks noGrp="1"/>
          </p:cNvSpPr>
          <p:nvPr>
            <p:ph type="subTitle" idx="1"/>
          </p:nvPr>
        </p:nvSpPr>
        <p:spPr>
          <a:xfrm>
            <a:off x="720000" y="1700300"/>
            <a:ext cx="3916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346" name="Google Shape;346;p7"/>
          <p:cNvGrpSpPr/>
          <p:nvPr/>
        </p:nvGrpSpPr>
        <p:grpSpPr>
          <a:xfrm>
            <a:off x="-7" y="167200"/>
            <a:ext cx="8952587" cy="4867172"/>
            <a:chOff x="-7" y="167200"/>
            <a:chExt cx="8952587" cy="4867172"/>
          </a:xfrm>
        </p:grpSpPr>
        <p:grpSp>
          <p:nvGrpSpPr>
            <p:cNvPr id="347" name="Google Shape;347;p7"/>
            <p:cNvGrpSpPr/>
            <p:nvPr/>
          </p:nvGrpSpPr>
          <p:grpSpPr>
            <a:xfrm>
              <a:off x="-7" y="167200"/>
              <a:ext cx="1266969" cy="226225"/>
              <a:chOff x="-7" y="167200"/>
              <a:chExt cx="1266969" cy="226225"/>
            </a:xfrm>
          </p:grpSpPr>
          <p:sp>
            <p:nvSpPr>
              <p:cNvPr id="348" name="Google Shape;348;p7"/>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 name="Google Shape;350;p7"/>
            <p:cNvGrpSpPr/>
            <p:nvPr/>
          </p:nvGrpSpPr>
          <p:grpSpPr>
            <a:xfrm>
              <a:off x="7519182" y="4467918"/>
              <a:ext cx="1433398" cy="566454"/>
              <a:chOff x="7519182" y="4467918"/>
              <a:chExt cx="1433398" cy="566454"/>
            </a:xfrm>
          </p:grpSpPr>
          <p:sp>
            <p:nvSpPr>
              <p:cNvPr id="351" name="Google Shape;351;p7"/>
              <p:cNvSpPr/>
              <p:nvPr/>
            </p:nvSpPr>
            <p:spPr>
              <a:xfrm>
                <a:off x="8561631" y="4643609"/>
                <a:ext cx="390949" cy="390763"/>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519182" y="4467918"/>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3"/>
        <p:cNvGrpSpPr/>
        <p:nvPr/>
      </p:nvGrpSpPr>
      <p:grpSpPr>
        <a:xfrm>
          <a:off x="0" y="0"/>
          <a:ext cx="0" cy="0"/>
          <a:chOff x="0" y="0"/>
          <a:chExt cx="0" cy="0"/>
        </a:xfrm>
      </p:grpSpPr>
      <p:grpSp>
        <p:nvGrpSpPr>
          <p:cNvPr id="354" name="Google Shape;354;p8"/>
          <p:cNvGrpSpPr/>
          <p:nvPr/>
        </p:nvGrpSpPr>
        <p:grpSpPr>
          <a:xfrm flipH="1">
            <a:off x="0" y="-161849"/>
            <a:ext cx="9144000" cy="5467198"/>
            <a:chOff x="0" y="-171451"/>
            <a:chExt cx="9144000" cy="5467198"/>
          </a:xfrm>
        </p:grpSpPr>
        <p:grpSp>
          <p:nvGrpSpPr>
            <p:cNvPr id="355" name="Google Shape;355;p8"/>
            <p:cNvGrpSpPr/>
            <p:nvPr/>
          </p:nvGrpSpPr>
          <p:grpSpPr>
            <a:xfrm>
              <a:off x="0" y="135850"/>
              <a:ext cx="9144000" cy="4654700"/>
              <a:chOff x="12075" y="212050"/>
              <a:chExt cx="9144000" cy="4654700"/>
            </a:xfrm>
          </p:grpSpPr>
          <p:grpSp>
            <p:nvGrpSpPr>
              <p:cNvPr id="356" name="Google Shape;356;p8"/>
              <p:cNvGrpSpPr/>
              <p:nvPr/>
            </p:nvGrpSpPr>
            <p:grpSpPr>
              <a:xfrm>
                <a:off x="12075" y="212050"/>
                <a:ext cx="9144000" cy="1396425"/>
                <a:chOff x="12075" y="212050"/>
                <a:chExt cx="9144000" cy="1396425"/>
              </a:xfrm>
            </p:grpSpPr>
            <p:cxnSp>
              <p:nvCxnSpPr>
                <p:cNvPr id="357" name="Google Shape;357;p8"/>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58" name="Google Shape;358;p8"/>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59" name="Google Shape;359;p8"/>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0" name="Google Shape;360;p8"/>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61" name="Google Shape;361;p8"/>
              <p:cNvGrpSpPr/>
              <p:nvPr/>
            </p:nvGrpSpPr>
            <p:grpSpPr>
              <a:xfrm>
                <a:off x="12075" y="2073925"/>
                <a:ext cx="9144000" cy="1396425"/>
                <a:chOff x="12075" y="212050"/>
                <a:chExt cx="9144000" cy="1396425"/>
              </a:xfrm>
            </p:grpSpPr>
            <p:cxnSp>
              <p:nvCxnSpPr>
                <p:cNvPr id="362" name="Google Shape;362;p8"/>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3" name="Google Shape;363;p8"/>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4" name="Google Shape;364;p8"/>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5" name="Google Shape;365;p8"/>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66" name="Google Shape;366;p8"/>
              <p:cNvGrpSpPr/>
              <p:nvPr/>
            </p:nvGrpSpPr>
            <p:grpSpPr>
              <a:xfrm>
                <a:off x="12075" y="3935800"/>
                <a:ext cx="9144000" cy="930950"/>
                <a:chOff x="12075" y="212050"/>
                <a:chExt cx="9144000" cy="930950"/>
              </a:xfrm>
            </p:grpSpPr>
            <p:cxnSp>
              <p:nvCxnSpPr>
                <p:cNvPr id="367" name="Google Shape;367;p8"/>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8" name="Google Shape;368;p8"/>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69" name="Google Shape;369;p8"/>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370" name="Google Shape;370;p8"/>
            <p:cNvGrpSpPr/>
            <p:nvPr/>
          </p:nvGrpSpPr>
          <p:grpSpPr>
            <a:xfrm>
              <a:off x="213575" y="-171451"/>
              <a:ext cx="8855100" cy="5467198"/>
              <a:chOff x="213575" y="-171451"/>
              <a:chExt cx="8855100" cy="5467198"/>
            </a:xfrm>
          </p:grpSpPr>
          <p:grpSp>
            <p:nvGrpSpPr>
              <p:cNvPr id="371" name="Google Shape;371;p8"/>
              <p:cNvGrpSpPr/>
              <p:nvPr/>
            </p:nvGrpSpPr>
            <p:grpSpPr>
              <a:xfrm rot="5400000">
                <a:off x="-192674" y="234798"/>
                <a:ext cx="5467198" cy="4654700"/>
                <a:chOff x="12075" y="444775"/>
                <a:chExt cx="9144000" cy="4654700"/>
              </a:xfrm>
            </p:grpSpPr>
            <p:grpSp>
              <p:nvGrpSpPr>
                <p:cNvPr id="372" name="Google Shape;372;p8"/>
                <p:cNvGrpSpPr/>
                <p:nvPr/>
              </p:nvGrpSpPr>
              <p:grpSpPr>
                <a:xfrm>
                  <a:off x="12075" y="444775"/>
                  <a:ext cx="9144000" cy="1396425"/>
                  <a:chOff x="12075" y="444775"/>
                  <a:chExt cx="9144000" cy="1396425"/>
                </a:xfrm>
              </p:grpSpPr>
              <p:cxnSp>
                <p:nvCxnSpPr>
                  <p:cNvPr id="373" name="Google Shape;373;p8"/>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74" name="Google Shape;374;p8"/>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75" name="Google Shape;375;p8"/>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76" name="Google Shape;376;p8"/>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77" name="Google Shape;377;p8"/>
                <p:cNvGrpSpPr/>
                <p:nvPr/>
              </p:nvGrpSpPr>
              <p:grpSpPr>
                <a:xfrm>
                  <a:off x="12075" y="2306650"/>
                  <a:ext cx="9144000" cy="1396425"/>
                  <a:chOff x="12075" y="444775"/>
                  <a:chExt cx="9144000" cy="1396425"/>
                </a:xfrm>
              </p:grpSpPr>
              <p:cxnSp>
                <p:nvCxnSpPr>
                  <p:cNvPr id="378" name="Google Shape;378;p8"/>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79" name="Google Shape;379;p8"/>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80" name="Google Shape;380;p8"/>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81" name="Google Shape;381;p8"/>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82" name="Google Shape;382;p8"/>
                <p:cNvGrpSpPr/>
                <p:nvPr/>
              </p:nvGrpSpPr>
              <p:grpSpPr>
                <a:xfrm>
                  <a:off x="12075" y="4168525"/>
                  <a:ext cx="9144000" cy="930950"/>
                  <a:chOff x="12075" y="444775"/>
                  <a:chExt cx="9144000" cy="930950"/>
                </a:xfrm>
              </p:grpSpPr>
              <p:cxnSp>
                <p:nvCxnSpPr>
                  <p:cNvPr id="383" name="Google Shape;383;p8"/>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84" name="Google Shape;384;p8"/>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85" name="Google Shape;385;p8"/>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386" name="Google Shape;386;p8"/>
              <p:cNvGrpSpPr/>
              <p:nvPr/>
            </p:nvGrpSpPr>
            <p:grpSpPr>
              <a:xfrm rot="5400000">
                <a:off x="4473201" y="700273"/>
                <a:ext cx="5467198" cy="3723750"/>
                <a:chOff x="12075" y="1375725"/>
                <a:chExt cx="9144000" cy="3723750"/>
              </a:xfrm>
            </p:grpSpPr>
            <p:grpSp>
              <p:nvGrpSpPr>
                <p:cNvPr id="387" name="Google Shape;387;p8"/>
                <p:cNvGrpSpPr/>
                <p:nvPr/>
              </p:nvGrpSpPr>
              <p:grpSpPr>
                <a:xfrm>
                  <a:off x="12075" y="1375725"/>
                  <a:ext cx="9144000" cy="465475"/>
                  <a:chOff x="12075" y="1375725"/>
                  <a:chExt cx="9144000" cy="465475"/>
                </a:xfrm>
              </p:grpSpPr>
              <p:cxnSp>
                <p:nvCxnSpPr>
                  <p:cNvPr id="388" name="Google Shape;388;p8"/>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89" name="Google Shape;389;p8"/>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90" name="Google Shape;390;p8"/>
                <p:cNvGrpSpPr/>
                <p:nvPr/>
              </p:nvGrpSpPr>
              <p:grpSpPr>
                <a:xfrm>
                  <a:off x="12075" y="2306650"/>
                  <a:ext cx="9144000" cy="1396425"/>
                  <a:chOff x="12075" y="444775"/>
                  <a:chExt cx="9144000" cy="1396425"/>
                </a:xfrm>
              </p:grpSpPr>
              <p:cxnSp>
                <p:nvCxnSpPr>
                  <p:cNvPr id="391" name="Google Shape;391;p8"/>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92" name="Google Shape;392;p8"/>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93" name="Google Shape;393;p8"/>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94" name="Google Shape;394;p8"/>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395" name="Google Shape;395;p8"/>
                <p:cNvGrpSpPr/>
                <p:nvPr/>
              </p:nvGrpSpPr>
              <p:grpSpPr>
                <a:xfrm>
                  <a:off x="12075" y="4168525"/>
                  <a:ext cx="9144000" cy="930950"/>
                  <a:chOff x="12075" y="444775"/>
                  <a:chExt cx="9144000" cy="930950"/>
                </a:xfrm>
              </p:grpSpPr>
              <p:cxnSp>
                <p:nvCxnSpPr>
                  <p:cNvPr id="396" name="Google Shape;396;p8"/>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97" name="Google Shape;397;p8"/>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398" name="Google Shape;398;p8"/>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grpSp>
        <p:nvGrpSpPr>
          <p:cNvPr id="399" name="Google Shape;399;p8"/>
          <p:cNvGrpSpPr/>
          <p:nvPr/>
        </p:nvGrpSpPr>
        <p:grpSpPr>
          <a:xfrm>
            <a:off x="-7" y="167200"/>
            <a:ext cx="8952587" cy="4867172"/>
            <a:chOff x="-7" y="167200"/>
            <a:chExt cx="8952587" cy="4867172"/>
          </a:xfrm>
        </p:grpSpPr>
        <p:grpSp>
          <p:nvGrpSpPr>
            <p:cNvPr id="400" name="Google Shape;400;p8"/>
            <p:cNvGrpSpPr/>
            <p:nvPr/>
          </p:nvGrpSpPr>
          <p:grpSpPr>
            <a:xfrm>
              <a:off x="-7" y="167200"/>
              <a:ext cx="1266969" cy="226225"/>
              <a:chOff x="-7" y="167200"/>
              <a:chExt cx="1266969" cy="226225"/>
            </a:xfrm>
          </p:grpSpPr>
          <p:sp>
            <p:nvSpPr>
              <p:cNvPr id="401" name="Google Shape;401;p8"/>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 name="Google Shape;403;p8"/>
            <p:cNvGrpSpPr/>
            <p:nvPr/>
          </p:nvGrpSpPr>
          <p:grpSpPr>
            <a:xfrm>
              <a:off x="7519182" y="4467918"/>
              <a:ext cx="1433398" cy="566454"/>
              <a:chOff x="7519182" y="4467918"/>
              <a:chExt cx="1433398" cy="566454"/>
            </a:xfrm>
          </p:grpSpPr>
          <p:sp>
            <p:nvSpPr>
              <p:cNvPr id="404" name="Google Shape;404;p8"/>
              <p:cNvSpPr/>
              <p:nvPr/>
            </p:nvSpPr>
            <p:spPr>
              <a:xfrm>
                <a:off x="8561631" y="4643609"/>
                <a:ext cx="390949" cy="390763"/>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8"/>
              <p:cNvSpPr/>
              <p:nvPr/>
            </p:nvSpPr>
            <p:spPr>
              <a:xfrm>
                <a:off x="7519182" y="4467918"/>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06" name="Google Shape;406;p8"/>
          <p:cNvSpPr txBox="1">
            <a:spLocks noGrp="1"/>
          </p:cNvSpPr>
          <p:nvPr>
            <p:ph type="title"/>
          </p:nvPr>
        </p:nvSpPr>
        <p:spPr>
          <a:xfrm>
            <a:off x="1495650" y="1007925"/>
            <a:ext cx="6152700" cy="987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2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28"/>
        <p:cNvGrpSpPr/>
        <p:nvPr/>
      </p:nvGrpSpPr>
      <p:grpSpPr>
        <a:xfrm>
          <a:off x="0" y="0"/>
          <a:ext cx="0" cy="0"/>
          <a:chOff x="0" y="0"/>
          <a:chExt cx="0" cy="0"/>
        </a:xfrm>
      </p:grpSpPr>
      <p:grpSp>
        <p:nvGrpSpPr>
          <p:cNvPr id="529" name="Google Shape;529;p13"/>
          <p:cNvGrpSpPr/>
          <p:nvPr/>
        </p:nvGrpSpPr>
        <p:grpSpPr>
          <a:xfrm flipH="1">
            <a:off x="0" y="-161849"/>
            <a:ext cx="9144000" cy="5467198"/>
            <a:chOff x="0" y="-171451"/>
            <a:chExt cx="9144000" cy="5467198"/>
          </a:xfrm>
        </p:grpSpPr>
        <p:grpSp>
          <p:nvGrpSpPr>
            <p:cNvPr id="530" name="Google Shape;530;p13"/>
            <p:cNvGrpSpPr/>
            <p:nvPr/>
          </p:nvGrpSpPr>
          <p:grpSpPr>
            <a:xfrm>
              <a:off x="0" y="135850"/>
              <a:ext cx="9144000" cy="4654700"/>
              <a:chOff x="12075" y="212050"/>
              <a:chExt cx="9144000" cy="4654700"/>
            </a:xfrm>
          </p:grpSpPr>
          <p:grpSp>
            <p:nvGrpSpPr>
              <p:cNvPr id="531" name="Google Shape;531;p13"/>
              <p:cNvGrpSpPr/>
              <p:nvPr/>
            </p:nvGrpSpPr>
            <p:grpSpPr>
              <a:xfrm>
                <a:off x="12075" y="212050"/>
                <a:ext cx="9144000" cy="1396425"/>
                <a:chOff x="12075" y="212050"/>
                <a:chExt cx="9144000" cy="1396425"/>
              </a:xfrm>
            </p:grpSpPr>
            <p:cxnSp>
              <p:nvCxnSpPr>
                <p:cNvPr id="532" name="Google Shape;532;p13"/>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33" name="Google Shape;533;p13"/>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34" name="Google Shape;534;p13"/>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35" name="Google Shape;535;p13"/>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36" name="Google Shape;536;p13"/>
              <p:cNvGrpSpPr/>
              <p:nvPr/>
            </p:nvGrpSpPr>
            <p:grpSpPr>
              <a:xfrm>
                <a:off x="12075" y="2073925"/>
                <a:ext cx="9144000" cy="1396425"/>
                <a:chOff x="12075" y="212050"/>
                <a:chExt cx="9144000" cy="1396425"/>
              </a:xfrm>
            </p:grpSpPr>
            <p:cxnSp>
              <p:nvCxnSpPr>
                <p:cNvPr id="537" name="Google Shape;537;p13"/>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38" name="Google Shape;538;p13"/>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39" name="Google Shape;539;p13"/>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40" name="Google Shape;540;p13"/>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41" name="Google Shape;541;p13"/>
              <p:cNvGrpSpPr/>
              <p:nvPr/>
            </p:nvGrpSpPr>
            <p:grpSpPr>
              <a:xfrm>
                <a:off x="12075" y="3935800"/>
                <a:ext cx="9144000" cy="930950"/>
                <a:chOff x="12075" y="212050"/>
                <a:chExt cx="9144000" cy="930950"/>
              </a:xfrm>
            </p:grpSpPr>
            <p:cxnSp>
              <p:nvCxnSpPr>
                <p:cNvPr id="542" name="Google Shape;542;p13"/>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43" name="Google Shape;543;p13"/>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44" name="Google Shape;544;p13"/>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545" name="Google Shape;545;p13"/>
            <p:cNvGrpSpPr/>
            <p:nvPr/>
          </p:nvGrpSpPr>
          <p:grpSpPr>
            <a:xfrm>
              <a:off x="213575" y="-171451"/>
              <a:ext cx="8855100" cy="5467198"/>
              <a:chOff x="213575" y="-171451"/>
              <a:chExt cx="8855100" cy="5467198"/>
            </a:xfrm>
          </p:grpSpPr>
          <p:grpSp>
            <p:nvGrpSpPr>
              <p:cNvPr id="546" name="Google Shape;546;p13"/>
              <p:cNvGrpSpPr/>
              <p:nvPr/>
            </p:nvGrpSpPr>
            <p:grpSpPr>
              <a:xfrm rot="5400000">
                <a:off x="-192674" y="234798"/>
                <a:ext cx="5467198" cy="4654700"/>
                <a:chOff x="12075" y="444775"/>
                <a:chExt cx="9144000" cy="4654700"/>
              </a:xfrm>
            </p:grpSpPr>
            <p:grpSp>
              <p:nvGrpSpPr>
                <p:cNvPr id="547" name="Google Shape;547;p13"/>
                <p:cNvGrpSpPr/>
                <p:nvPr/>
              </p:nvGrpSpPr>
              <p:grpSpPr>
                <a:xfrm>
                  <a:off x="12075" y="444775"/>
                  <a:ext cx="9144000" cy="1396425"/>
                  <a:chOff x="12075" y="444775"/>
                  <a:chExt cx="9144000" cy="1396425"/>
                </a:xfrm>
              </p:grpSpPr>
              <p:cxnSp>
                <p:nvCxnSpPr>
                  <p:cNvPr id="548" name="Google Shape;548;p1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49" name="Google Shape;549;p1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50" name="Google Shape;550;p1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51" name="Google Shape;551;p1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52" name="Google Shape;552;p13"/>
                <p:cNvGrpSpPr/>
                <p:nvPr/>
              </p:nvGrpSpPr>
              <p:grpSpPr>
                <a:xfrm>
                  <a:off x="12075" y="2306650"/>
                  <a:ext cx="9144000" cy="1396425"/>
                  <a:chOff x="12075" y="444775"/>
                  <a:chExt cx="9144000" cy="1396425"/>
                </a:xfrm>
              </p:grpSpPr>
              <p:cxnSp>
                <p:nvCxnSpPr>
                  <p:cNvPr id="553" name="Google Shape;553;p1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54" name="Google Shape;554;p1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55" name="Google Shape;555;p1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56" name="Google Shape;556;p1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57" name="Google Shape;557;p13"/>
                <p:cNvGrpSpPr/>
                <p:nvPr/>
              </p:nvGrpSpPr>
              <p:grpSpPr>
                <a:xfrm>
                  <a:off x="12075" y="4168525"/>
                  <a:ext cx="9144000" cy="930950"/>
                  <a:chOff x="12075" y="444775"/>
                  <a:chExt cx="9144000" cy="930950"/>
                </a:xfrm>
              </p:grpSpPr>
              <p:cxnSp>
                <p:nvCxnSpPr>
                  <p:cNvPr id="558" name="Google Shape;558;p1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59" name="Google Shape;559;p1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60" name="Google Shape;560;p1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561" name="Google Shape;561;p13"/>
              <p:cNvGrpSpPr/>
              <p:nvPr/>
            </p:nvGrpSpPr>
            <p:grpSpPr>
              <a:xfrm rot="5400000">
                <a:off x="4473201" y="700273"/>
                <a:ext cx="5467198" cy="3723750"/>
                <a:chOff x="12075" y="1375725"/>
                <a:chExt cx="9144000" cy="3723750"/>
              </a:xfrm>
            </p:grpSpPr>
            <p:grpSp>
              <p:nvGrpSpPr>
                <p:cNvPr id="562" name="Google Shape;562;p13"/>
                <p:cNvGrpSpPr/>
                <p:nvPr/>
              </p:nvGrpSpPr>
              <p:grpSpPr>
                <a:xfrm>
                  <a:off x="12075" y="1375725"/>
                  <a:ext cx="9144000" cy="465475"/>
                  <a:chOff x="12075" y="1375725"/>
                  <a:chExt cx="9144000" cy="465475"/>
                </a:xfrm>
              </p:grpSpPr>
              <p:cxnSp>
                <p:nvCxnSpPr>
                  <p:cNvPr id="563" name="Google Shape;563;p1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64" name="Google Shape;564;p1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65" name="Google Shape;565;p13"/>
                <p:cNvGrpSpPr/>
                <p:nvPr/>
              </p:nvGrpSpPr>
              <p:grpSpPr>
                <a:xfrm>
                  <a:off x="12075" y="2306650"/>
                  <a:ext cx="9144000" cy="1396425"/>
                  <a:chOff x="12075" y="444775"/>
                  <a:chExt cx="9144000" cy="1396425"/>
                </a:xfrm>
              </p:grpSpPr>
              <p:cxnSp>
                <p:nvCxnSpPr>
                  <p:cNvPr id="566" name="Google Shape;566;p1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67" name="Google Shape;567;p1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68" name="Google Shape;568;p1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69" name="Google Shape;569;p13"/>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570" name="Google Shape;570;p13"/>
                <p:cNvGrpSpPr/>
                <p:nvPr/>
              </p:nvGrpSpPr>
              <p:grpSpPr>
                <a:xfrm>
                  <a:off x="12075" y="4168525"/>
                  <a:ext cx="9144000" cy="930950"/>
                  <a:chOff x="12075" y="444775"/>
                  <a:chExt cx="9144000" cy="930950"/>
                </a:xfrm>
              </p:grpSpPr>
              <p:cxnSp>
                <p:nvCxnSpPr>
                  <p:cNvPr id="571" name="Google Shape;571;p13"/>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72" name="Google Shape;572;p13"/>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573" name="Google Shape;573;p13"/>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574" name="Google Shape;574;p13"/>
          <p:cNvSpPr txBox="1">
            <a:spLocks noGrp="1"/>
          </p:cNvSpPr>
          <p:nvPr>
            <p:ph type="subTitle" idx="1"/>
          </p:nvPr>
        </p:nvSpPr>
        <p:spPr>
          <a:xfrm>
            <a:off x="1454699" y="1727500"/>
            <a:ext cx="28914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Barlow Semi Condensed"/>
              <a:buNone/>
              <a:defRPr sz="2400" b="1">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9pPr>
          </a:lstStyle>
          <a:p>
            <a:endParaRPr/>
          </a:p>
        </p:txBody>
      </p:sp>
      <p:sp>
        <p:nvSpPr>
          <p:cNvPr id="575" name="Google Shape;57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6" name="Google Shape;576;p13"/>
          <p:cNvSpPr txBox="1">
            <a:spLocks noGrp="1"/>
          </p:cNvSpPr>
          <p:nvPr>
            <p:ph type="subTitle" idx="2"/>
          </p:nvPr>
        </p:nvSpPr>
        <p:spPr>
          <a:xfrm>
            <a:off x="713225" y="2181950"/>
            <a:ext cx="3633000" cy="361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77" name="Google Shape;577;p13"/>
          <p:cNvSpPr txBox="1">
            <a:spLocks noGrp="1"/>
          </p:cNvSpPr>
          <p:nvPr>
            <p:ph type="title" idx="3" hasCustomPrompt="1"/>
          </p:nvPr>
        </p:nvSpPr>
        <p:spPr>
          <a:xfrm>
            <a:off x="720000" y="1727495"/>
            <a:ext cx="734700" cy="447600"/>
          </a:xfrm>
          <a:prstGeom prst="rect">
            <a:avLst/>
          </a:prstGeom>
          <a:solidFill>
            <a:schemeClr val="lt2"/>
          </a:solidFill>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l" rtl="0">
              <a:spcBef>
                <a:spcPts val="0"/>
              </a:spcBef>
              <a:spcAft>
                <a:spcPts val="0"/>
              </a:spcAft>
              <a:buSzPts val="3000"/>
              <a:buNone/>
              <a:defRPr sz="3000"/>
            </a:lvl2pPr>
            <a:lvl3pPr lvl="2" algn="l" rtl="0">
              <a:spcBef>
                <a:spcPts val="0"/>
              </a:spcBef>
              <a:spcAft>
                <a:spcPts val="0"/>
              </a:spcAft>
              <a:buSzPts val="3000"/>
              <a:buNone/>
              <a:defRPr sz="3000"/>
            </a:lvl3pPr>
            <a:lvl4pPr lvl="3" algn="l" rtl="0">
              <a:spcBef>
                <a:spcPts val="0"/>
              </a:spcBef>
              <a:spcAft>
                <a:spcPts val="0"/>
              </a:spcAft>
              <a:buSzPts val="3000"/>
              <a:buNone/>
              <a:defRPr sz="3000"/>
            </a:lvl4pPr>
            <a:lvl5pPr lvl="4" algn="l" rtl="0">
              <a:spcBef>
                <a:spcPts val="0"/>
              </a:spcBef>
              <a:spcAft>
                <a:spcPts val="0"/>
              </a:spcAft>
              <a:buSzPts val="3000"/>
              <a:buNone/>
              <a:defRPr sz="3000"/>
            </a:lvl5pPr>
            <a:lvl6pPr lvl="5" algn="l" rtl="0">
              <a:spcBef>
                <a:spcPts val="0"/>
              </a:spcBef>
              <a:spcAft>
                <a:spcPts val="0"/>
              </a:spcAft>
              <a:buSzPts val="3000"/>
              <a:buNone/>
              <a:defRPr sz="3000"/>
            </a:lvl6pPr>
            <a:lvl7pPr lvl="6" algn="l" rtl="0">
              <a:spcBef>
                <a:spcPts val="0"/>
              </a:spcBef>
              <a:spcAft>
                <a:spcPts val="0"/>
              </a:spcAft>
              <a:buSzPts val="3000"/>
              <a:buNone/>
              <a:defRPr sz="3000"/>
            </a:lvl7pPr>
            <a:lvl8pPr lvl="7" algn="l" rtl="0">
              <a:spcBef>
                <a:spcPts val="0"/>
              </a:spcBef>
              <a:spcAft>
                <a:spcPts val="0"/>
              </a:spcAft>
              <a:buSzPts val="3000"/>
              <a:buNone/>
              <a:defRPr sz="3000"/>
            </a:lvl8pPr>
            <a:lvl9pPr lvl="8" algn="l" rtl="0">
              <a:spcBef>
                <a:spcPts val="0"/>
              </a:spcBef>
              <a:spcAft>
                <a:spcPts val="0"/>
              </a:spcAft>
              <a:buSzPts val="3000"/>
              <a:buNone/>
              <a:defRPr sz="3000"/>
            </a:lvl9pPr>
          </a:lstStyle>
          <a:p>
            <a:r>
              <a:t>xx%</a:t>
            </a:r>
          </a:p>
        </p:txBody>
      </p:sp>
      <p:sp>
        <p:nvSpPr>
          <p:cNvPr id="578" name="Google Shape;578;p13"/>
          <p:cNvSpPr txBox="1">
            <a:spLocks noGrp="1"/>
          </p:cNvSpPr>
          <p:nvPr>
            <p:ph type="subTitle" idx="4"/>
          </p:nvPr>
        </p:nvSpPr>
        <p:spPr>
          <a:xfrm>
            <a:off x="5532475" y="1727500"/>
            <a:ext cx="28914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Barlow Semi Condensed"/>
              <a:buNone/>
              <a:defRPr sz="2400" b="1">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9pPr>
          </a:lstStyle>
          <a:p>
            <a:endParaRPr/>
          </a:p>
        </p:txBody>
      </p:sp>
      <p:sp>
        <p:nvSpPr>
          <p:cNvPr id="579" name="Google Shape;579;p13"/>
          <p:cNvSpPr txBox="1">
            <a:spLocks noGrp="1"/>
          </p:cNvSpPr>
          <p:nvPr>
            <p:ph type="subTitle" idx="5"/>
          </p:nvPr>
        </p:nvSpPr>
        <p:spPr>
          <a:xfrm>
            <a:off x="4791000" y="2181950"/>
            <a:ext cx="3633000" cy="361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0" name="Google Shape;580;p13"/>
          <p:cNvSpPr txBox="1">
            <a:spLocks noGrp="1"/>
          </p:cNvSpPr>
          <p:nvPr>
            <p:ph type="title" idx="6" hasCustomPrompt="1"/>
          </p:nvPr>
        </p:nvSpPr>
        <p:spPr>
          <a:xfrm>
            <a:off x="4797775" y="1727495"/>
            <a:ext cx="734700" cy="447600"/>
          </a:xfrm>
          <a:prstGeom prst="rect">
            <a:avLst/>
          </a:prstGeom>
          <a:solidFill>
            <a:schemeClr val="lt2"/>
          </a:solidFill>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l" rtl="0">
              <a:spcBef>
                <a:spcPts val="0"/>
              </a:spcBef>
              <a:spcAft>
                <a:spcPts val="0"/>
              </a:spcAft>
              <a:buSzPts val="3000"/>
              <a:buNone/>
              <a:defRPr sz="3000"/>
            </a:lvl2pPr>
            <a:lvl3pPr lvl="2" algn="l" rtl="0">
              <a:spcBef>
                <a:spcPts val="0"/>
              </a:spcBef>
              <a:spcAft>
                <a:spcPts val="0"/>
              </a:spcAft>
              <a:buSzPts val="3000"/>
              <a:buNone/>
              <a:defRPr sz="3000"/>
            </a:lvl3pPr>
            <a:lvl4pPr lvl="3" algn="l" rtl="0">
              <a:spcBef>
                <a:spcPts val="0"/>
              </a:spcBef>
              <a:spcAft>
                <a:spcPts val="0"/>
              </a:spcAft>
              <a:buSzPts val="3000"/>
              <a:buNone/>
              <a:defRPr sz="3000"/>
            </a:lvl4pPr>
            <a:lvl5pPr lvl="4" algn="l" rtl="0">
              <a:spcBef>
                <a:spcPts val="0"/>
              </a:spcBef>
              <a:spcAft>
                <a:spcPts val="0"/>
              </a:spcAft>
              <a:buSzPts val="3000"/>
              <a:buNone/>
              <a:defRPr sz="3000"/>
            </a:lvl5pPr>
            <a:lvl6pPr lvl="5" algn="l" rtl="0">
              <a:spcBef>
                <a:spcPts val="0"/>
              </a:spcBef>
              <a:spcAft>
                <a:spcPts val="0"/>
              </a:spcAft>
              <a:buSzPts val="3000"/>
              <a:buNone/>
              <a:defRPr sz="3000"/>
            </a:lvl6pPr>
            <a:lvl7pPr lvl="6" algn="l" rtl="0">
              <a:spcBef>
                <a:spcPts val="0"/>
              </a:spcBef>
              <a:spcAft>
                <a:spcPts val="0"/>
              </a:spcAft>
              <a:buSzPts val="3000"/>
              <a:buNone/>
              <a:defRPr sz="3000"/>
            </a:lvl7pPr>
            <a:lvl8pPr lvl="7" algn="l" rtl="0">
              <a:spcBef>
                <a:spcPts val="0"/>
              </a:spcBef>
              <a:spcAft>
                <a:spcPts val="0"/>
              </a:spcAft>
              <a:buSzPts val="3000"/>
              <a:buNone/>
              <a:defRPr sz="3000"/>
            </a:lvl8pPr>
            <a:lvl9pPr lvl="8" algn="l" rtl="0">
              <a:spcBef>
                <a:spcPts val="0"/>
              </a:spcBef>
              <a:spcAft>
                <a:spcPts val="0"/>
              </a:spcAft>
              <a:buSzPts val="3000"/>
              <a:buNone/>
              <a:defRPr sz="3000"/>
            </a:lvl9pPr>
          </a:lstStyle>
          <a:p>
            <a:r>
              <a:t>xx%</a:t>
            </a:r>
          </a:p>
        </p:txBody>
      </p:sp>
      <p:sp>
        <p:nvSpPr>
          <p:cNvPr id="581" name="Google Shape;581;p13"/>
          <p:cNvSpPr txBox="1">
            <a:spLocks noGrp="1"/>
          </p:cNvSpPr>
          <p:nvPr>
            <p:ph type="subTitle" idx="7"/>
          </p:nvPr>
        </p:nvSpPr>
        <p:spPr>
          <a:xfrm>
            <a:off x="1454699" y="3202550"/>
            <a:ext cx="28914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Barlow Semi Condensed"/>
              <a:buNone/>
              <a:defRPr sz="2400" b="1">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9pPr>
          </a:lstStyle>
          <a:p>
            <a:endParaRPr/>
          </a:p>
        </p:txBody>
      </p:sp>
      <p:sp>
        <p:nvSpPr>
          <p:cNvPr id="582" name="Google Shape;582;p13"/>
          <p:cNvSpPr txBox="1">
            <a:spLocks noGrp="1"/>
          </p:cNvSpPr>
          <p:nvPr>
            <p:ph type="subTitle" idx="8"/>
          </p:nvPr>
        </p:nvSpPr>
        <p:spPr>
          <a:xfrm>
            <a:off x="713225" y="3657000"/>
            <a:ext cx="3633000" cy="361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3" name="Google Shape;583;p13"/>
          <p:cNvSpPr txBox="1">
            <a:spLocks noGrp="1"/>
          </p:cNvSpPr>
          <p:nvPr>
            <p:ph type="title" idx="9" hasCustomPrompt="1"/>
          </p:nvPr>
        </p:nvSpPr>
        <p:spPr>
          <a:xfrm>
            <a:off x="720000" y="3202545"/>
            <a:ext cx="734700" cy="447600"/>
          </a:xfrm>
          <a:prstGeom prst="rect">
            <a:avLst/>
          </a:prstGeom>
          <a:solidFill>
            <a:schemeClr val="lt2"/>
          </a:solidFill>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l" rtl="0">
              <a:spcBef>
                <a:spcPts val="0"/>
              </a:spcBef>
              <a:spcAft>
                <a:spcPts val="0"/>
              </a:spcAft>
              <a:buSzPts val="3000"/>
              <a:buNone/>
              <a:defRPr sz="3000"/>
            </a:lvl2pPr>
            <a:lvl3pPr lvl="2" algn="l" rtl="0">
              <a:spcBef>
                <a:spcPts val="0"/>
              </a:spcBef>
              <a:spcAft>
                <a:spcPts val="0"/>
              </a:spcAft>
              <a:buSzPts val="3000"/>
              <a:buNone/>
              <a:defRPr sz="3000"/>
            </a:lvl3pPr>
            <a:lvl4pPr lvl="3" algn="l" rtl="0">
              <a:spcBef>
                <a:spcPts val="0"/>
              </a:spcBef>
              <a:spcAft>
                <a:spcPts val="0"/>
              </a:spcAft>
              <a:buSzPts val="3000"/>
              <a:buNone/>
              <a:defRPr sz="3000"/>
            </a:lvl4pPr>
            <a:lvl5pPr lvl="4" algn="l" rtl="0">
              <a:spcBef>
                <a:spcPts val="0"/>
              </a:spcBef>
              <a:spcAft>
                <a:spcPts val="0"/>
              </a:spcAft>
              <a:buSzPts val="3000"/>
              <a:buNone/>
              <a:defRPr sz="3000"/>
            </a:lvl5pPr>
            <a:lvl6pPr lvl="5" algn="l" rtl="0">
              <a:spcBef>
                <a:spcPts val="0"/>
              </a:spcBef>
              <a:spcAft>
                <a:spcPts val="0"/>
              </a:spcAft>
              <a:buSzPts val="3000"/>
              <a:buNone/>
              <a:defRPr sz="3000"/>
            </a:lvl6pPr>
            <a:lvl7pPr lvl="6" algn="l" rtl="0">
              <a:spcBef>
                <a:spcPts val="0"/>
              </a:spcBef>
              <a:spcAft>
                <a:spcPts val="0"/>
              </a:spcAft>
              <a:buSzPts val="3000"/>
              <a:buNone/>
              <a:defRPr sz="3000"/>
            </a:lvl7pPr>
            <a:lvl8pPr lvl="7" algn="l" rtl="0">
              <a:spcBef>
                <a:spcPts val="0"/>
              </a:spcBef>
              <a:spcAft>
                <a:spcPts val="0"/>
              </a:spcAft>
              <a:buSzPts val="3000"/>
              <a:buNone/>
              <a:defRPr sz="3000"/>
            </a:lvl8pPr>
            <a:lvl9pPr lvl="8" algn="l" rtl="0">
              <a:spcBef>
                <a:spcPts val="0"/>
              </a:spcBef>
              <a:spcAft>
                <a:spcPts val="0"/>
              </a:spcAft>
              <a:buSzPts val="3000"/>
              <a:buNone/>
              <a:defRPr sz="3000"/>
            </a:lvl9pPr>
          </a:lstStyle>
          <a:p>
            <a:r>
              <a:t>xx%</a:t>
            </a:r>
          </a:p>
        </p:txBody>
      </p:sp>
      <p:sp>
        <p:nvSpPr>
          <p:cNvPr id="584" name="Google Shape;584;p13"/>
          <p:cNvSpPr txBox="1">
            <a:spLocks noGrp="1"/>
          </p:cNvSpPr>
          <p:nvPr>
            <p:ph type="subTitle" idx="13"/>
          </p:nvPr>
        </p:nvSpPr>
        <p:spPr>
          <a:xfrm>
            <a:off x="5532475" y="3202550"/>
            <a:ext cx="2891400" cy="447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Barlow Semi Condensed"/>
              <a:buNone/>
              <a:defRPr sz="2400" b="1">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9pPr>
          </a:lstStyle>
          <a:p>
            <a:endParaRPr/>
          </a:p>
        </p:txBody>
      </p:sp>
      <p:sp>
        <p:nvSpPr>
          <p:cNvPr id="585" name="Google Shape;585;p13"/>
          <p:cNvSpPr txBox="1">
            <a:spLocks noGrp="1"/>
          </p:cNvSpPr>
          <p:nvPr>
            <p:ph type="subTitle" idx="14"/>
          </p:nvPr>
        </p:nvSpPr>
        <p:spPr>
          <a:xfrm>
            <a:off x="4791000" y="3657000"/>
            <a:ext cx="3633000" cy="361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6" name="Google Shape;586;p13"/>
          <p:cNvSpPr txBox="1">
            <a:spLocks noGrp="1"/>
          </p:cNvSpPr>
          <p:nvPr>
            <p:ph type="title" idx="15" hasCustomPrompt="1"/>
          </p:nvPr>
        </p:nvSpPr>
        <p:spPr>
          <a:xfrm>
            <a:off x="4797775" y="3202545"/>
            <a:ext cx="734700" cy="447600"/>
          </a:xfrm>
          <a:prstGeom prst="rect">
            <a:avLst/>
          </a:prstGeom>
          <a:solidFill>
            <a:schemeClr val="lt2"/>
          </a:solidFill>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algn="l" rtl="0">
              <a:spcBef>
                <a:spcPts val="0"/>
              </a:spcBef>
              <a:spcAft>
                <a:spcPts val="0"/>
              </a:spcAft>
              <a:buSzPts val="3000"/>
              <a:buNone/>
              <a:defRPr sz="3000"/>
            </a:lvl2pPr>
            <a:lvl3pPr lvl="2" algn="l" rtl="0">
              <a:spcBef>
                <a:spcPts val="0"/>
              </a:spcBef>
              <a:spcAft>
                <a:spcPts val="0"/>
              </a:spcAft>
              <a:buSzPts val="3000"/>
              <a:buNone/>
              <a:defRPr sz="3000"/>
            </a:lvl3pPr>
            <a:lvl4pPr lvl="3" algn="l" rtl="0">
              <a:spcBef>
                <a:spcPts val="0"/>
              </a:spcBef>
              <a:spcAft>
                <a:spcPts val="0"/>
              </a:spcAft>
              <a:buSzPts val="3000"/>
              <a:buNone/>
              <a:defRPr sz="3000"/>
            </a:lvl4pPr>
            <a:lvl5pPr lvl="4" algn="l" rtl="0">
              <a:spcBef>
                <a:spcPts val="0"/>
              </a:spcBef>
              <a:spcAft>
                <a:spcPts val="0"/>
              </a:spcAft>
              <a:buSzPts val="3000"/>
              <a:buNone/>
              <a:defRPr sz="3000"/>
            </a:lvl5pPr>
            <a:lvl6pPr lvl="5" algn="l" rtl="0">
              <a:spcBef>
                <a:spcPts val="0"/>
              </a:spcBef>
              <a:spcAft>
                <a:spcPts val="0"/>
              </a:spcAft>
              <a:buSzPts val="3000"/>
              <a:buNone/>
              <a:defRPr sz="3000"/>
            </a:lvl6pPr>
            <a:lvl7pPr lvl="6" algn="l" rtl="0">
              <a:spcBef>
                <a:spcPts val="0"/>
              </a:spcBef>
              <a:spcAft>
                <a:spcPts val="0"/>
              </a:spcAft>
              <a:buSzPts val="3000"/>
              <a:buNone/>
              <a:defRPr sz="3000"/>
            </a:lvl7pPr>
            <a:lvl8pPr lvl="7" algn="l" rtl="0">
              <a:spcBef>
                <a:spcPts val="0"/>
              </a:spcBef>
              <a:spcAft>
                <a:spcPts val="0"/>
              </a:spcAft>
              <a:buSzPts val="3000"/>
              <a:buNone/>
              <a:defRPr sz="3000"/>
            </a:lvl8pPr>
            <a:lvl9pPr lvl="8" algn="l" rtl="0">
              <a:spcBef>
                <a:spcPts val="0"/>
              </a:spcBef>
              <a:spcAft>
                <a:spcPts val="0"/>
              </a:spcAft>
              <a:buSzPts val="3000"/>
              <a:buNone/>
              <a:defRPr sz="3000"/>
            </a:lvl9pPr>
          </a:lstStyle>
          <a:p>
            <a:r>
              <a:t>xx%</a:t>
            </a:r>
          </a:p>
        </p:txBody>
      </p:sp>
      <p:grpSp>
        <p:nvGrpSpPr>
          <p:cNvPr id="587" name="Google Shape;587;p13"/>
          <p:cNvGrpSpPr/>
          <p:nvPr/>
        </p:nvGrpSpPr>
        <p:grpSpPr>
          <a:xfrm>
            <a:off x="-7" y="117416"/>
            <a:ext cx="8941384" cy="4905859"/>
            <a:chOff x="-7" y="117416"/>
            <a:chExt cx="8941384" cy="4905859"/>
          </a:xfrm>
        </p:grpSpPr>
        <p:grpSp>
          <p:nvGrpSpPr>
            <p:cNvPr id="588" name="Google Shape;588;p13"/>
            <p:cNvGrpSpPr/>
            <p:nvPr/>
          </p:nvGrpSpPr>
          <p:grpSpPr>
            <a:xfrm>
              <a:off x="-7" y="4797050"/>
              <a:ext cx="1266969" cy="226225"/>
              <a:chOff x="-7" y="167200"/>
              <a:chExt cx="1266969" cy="226225"/>
            </a:xfrm>
          </p:grpSpPr>
          <p:sp>
            <p:nvSpPr>
              <p:cNvPr id="589" name="Google Shape;589;p13"/>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1" name="Google Shape;591;p13"/>
            <p:cNvSpPr/>
            <p:nvPr/>
          </p:nvSpPr>
          <p:spPr>
            <a:xfrm>
              <a:off x="8608176" y="4514350"/>
              <a:ext cx="333201" cy="333048"/>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1861082" y="117416"/>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647"/>
        <p:cNvGrpSpPr/>
        <p:nvPr/>
      </p:nvGrpSpPr>
      <p:grpSpPr>
        <a:xfrm>
          <a:off x="0" y="0"/>
          <a:ext cx="0" cy="0"/>
          <a:chOff x="0" y="0"/>
          <a:chExt cx="0" cy="0"/>
        </a:xfrm>
      </p:grpSpPr>
      <p:grpSp>
        <p:nvGrpSpPr>
          <p:cNvPr id="648" name="Google Shape;648;p15"/>
          <p:cNvGrpSpPr/>
          <p:nvPr/>
        </p:nvGrpSpPr>
        <p:grpSpPr>
          <a:xfrm flipH="1">
            <a:off x="0" y="-161849"/>
            <a:ext cx="9144000" cy="5467198"/>
            <a:chOff x="0" y="-171451"/>
            <a:chExt cx="9144000" cy="5467198"/>
          </a:xfrm>
        </p:grpSpPr>
        <p:grpSp>
          <p:nvGrpSpPr>
            <p:cNvPr id="649" name="Google Shape;649;p15"/>
            <p:cNvGrpSpPr/>
            <p:nvPr/>
          </p:nvGrpSpPr>
          <p:grpSpPr>
            <a:xfrm>
              <a:off x="0" y="135850"/>
              <a:ext cx="9144000" cy="4654700"/>
              <a:chOff x="12075" y="212050"/>
              <a:chExt cx="9144000" cy="4654700"/>
            </a:xfrm>
          </p:grpSpPr>
          <p:grpSp>
            <p:nvGrpSpPr>
              <p:cNvPr id="650" name="Google Shape;650;p15"/>
              <p:cNvGrpSpPr/>
              <p:nvPr/>
            </p:nvGrpSpPr>
            <p:grpSpPr>
              <a:xfrm>
                <a:off x="12075" y="212050"/>
                <a:ext cx="9144000" cy="1396425"/>
                <a:chOff x="12075" y="212050"/>
                <a:chExt cx="9144000" cy="1396425"/>
              </a:xfrm>
            </p:grpSpPr>
            <p:cxnSp>
              <p:nvCxnSpPr>
                <p:cNvPr id="651" name="Google Shape;651;p15"/>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52" name="Google Shape;652;p15"/>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53" name="Google Shape;653;p15"/>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54" name="Google Shape;654;p15"/>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655" name="Google Shape;655;p15"/>
              <p:cNvGrpSpPr/>
              <p:nvPr/>
            </p:nvGrpSpPr>
            <p:grpSpPr>
              <a:xfrm>
                <a:off x="12075" y="2073925"/>
                <a:ext cx="9144000" cy="1396425"/>
                <a:chOff x="12075" y="212050"/>
                <a:chExt cx="9144000" cy="1396425"/>
              </a:xfrm>
            </p:grpSpPr>
            <p:cxnSp>
              <p:nvCxnSpPr>
                <p:cNvPr id="656" name="Google Shape;656;p15"/>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57" name="Google Shape;657;p15"/>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58" name="Google Shape;658;p15"/>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59" name="Google Shape;659;p15"/>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660" name="Google Shape;660;p15"/>
              <p:cNvGrpSpPr/>
              <p:nvPr/>
            </p:nvGrpSpPr>
            <p:grpSpPr>
              <a:xfrm>
                <a:off x="12075" y="3935800"/>
                <a:ext cx="9144000" cy="930950"/>
                <a:chOff x="12075" y="212050"/>
                <a:chExt cx="9144000" cy="930950"/>
              </a:xfrm>
            </p:grpSpPr>
            <p:cxnSp>
              <p:nvCxnSpPr>
                <p:cNvPr id="661" name="Google Shape;661;p15"/>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62" name="Google Shape;662;p15"/>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63" name="Google Shape;663;p15"/>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664" name="Google Shape;664;p15"/>
            <p:cNvGrpSpPr/>
            <p:nvPr/>
          </p:nvGrpSpPr>
          <p:grpSpPr>
            <a:xfrm>
              <a:off x="213575" y="-171451"/>
              <a:ext cx="8855100" cy="5467198"/>
              <a:chOff x="213575" y="-171451"/>
              <a:chExt cx="8855100" cy="5467198"/>
            </a:xfrm>
          </p:grpSpPr>
          <p:grpSp>
            <p:nvGrpSpPr>
              <p:cNvPr id="665" name="Google Shape;665;p15"/>
              <p:cNvGrpSpPr/>
              <p:nvPr/>
            </p:nvGrpSpPr>
            <p:grpSpPr>
              <a:xfrm rot="5400000">
                <a:off x="-192674" y="234798"/>
                <a:ext cx="5467198" cy="4654700"/>
                <a:chOff x="12075" y="444775"/>
                <a:chExt cx="9144000" cy="4654700"/>
              </a:xfrm>
            </p:grpSpPr>
            <p:grpSp>
              <p:nvGrpSpPr>
                <p:cNvPr id="666" name="Google Shape;666;p15"/>
                <p:cNvGrpSpPr/>
                <p:nvPr/>
              </p:nvGrpSpPr>
              <p:grpSpPr>
                <a:xfrm>
                  <a:off x="12075" y="444775"/>
                  <a:ext cx="9144000" cy="1396425"/>
                  <a:chOff x="12075" y="444775"/>
                  <a:chExt cx="9144000" cy="1396425"/>
                </a:xfrm>
              </p:grpSpPr>
              <p:cxnSp>
                <p:nvCxnSpPr>
                  <p:cNvPr id="667" name="Google Shape;667;p15"/>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68" name="Google Shape;668;p15"/>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69" name="Google Shape;669;p15"/>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70" name="Google Shape;670;p15"/>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671" name="Google Shape;671;p15"/>
                <p:cNvGrpSpPr/>
                <p:nvPr/>
              </p:nvGrpSpPr>
              <p:grpSpPr>
                <a:xfrm>
                  <a:off x="12075" y="2306650"/>
                  <a:ext cx="9144000" cy="1396425"/>
                  <a:chOff x="12075" y="444775"/>
                  <a:chExt cx="9144000" cy="1396425"/>
                </a:xfrm>
              </p:grpSpPr>
              <p:cxnSp>
                <p:nvCxnSpPr>
                  <p:cNvPr id="672" name="Google Shape;672;p15"/>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73" name="Google Shape;673;p15"/>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74" name="Google Shape;674;p15"/>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75" name="Google Shape;675;p15"/>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676" name="Google Shape;676;p15"/>
                <p:cNvGrpSpPr/>
                <p:nvPr/>
              </p:nvGrpSpPr>
              <p:grpSpPr>
                <a:xfrm>
                  <a:off x="12075" y="4168525"/>
                  <a:ext cx="9144000" cy="930950"/>
                  <a:chOff x="12075" y="444775"/>
                  <a:chExt cx="9144000" cy="930950"/>
                </a:xfrm>
              </p:grpSpPr>
              <p:cxnSp>
                <p:nvCxnSpPr>
                  <p:cNvPr id="677" name="Google Shape;677;p15"/>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78" name="Google Shape;678;p15"/>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79" name="Google Shape;679;p15"/>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680" name="Google Shape;680;p15"/>
              <p:cNvGrpSpPr/>
              <p:nvPr/>
            </p:nvGrpSpPr>
            <p:grpSpPr>
              <a:xfrm rot="5400000">
                <a:off x="4473201" y="700273"/>
                <a:ext cx="5467198" cy="3723750"/>
                <a:chOff x="12075" y="1375725"/>
                <a:chExt cx="9144000" cy="3723750"/>
              </a:xfrm>
            </p:grpSpPr>
            <p:grpSp>
              <p:nvGrpSpPr>
                <p:cNvPr id="681" name="Google Shape;681;p15"/>
                <p:cNvGrpSpPr/>
                <p:nvPr/>
              </p:nvGrpSpPr>
              <p:grpSpPr>
                <a:xfrm>
                  <a:off x="12075" y="1375725"/>
                  <a:ext cx="9144000" cy="465475"/>
                  <a:chOff x="12075" y="1375725"/>
                  <a:chExt cx="9144000" cy="465475"/>
                </a:xfrm>
              </p:grpSpPr>
              <p:cxnSp>
                <p:nvCxnSpPr>
                  <p:cNvPr id="682" name="Google Shape;682;p15"/>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83" name="Google Shape;683;p15"/>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684" name="Google Shape;684;p15"/>
                <p:cNvGrpSpPr/>
                <p:nvPr/>
              </p:nvGrpSpPr>
              <p:grpSpPr>
                <a:xfrm>
                  <a:off x="12075" y="2306650"/>
                  <a:ext cx="9144000" cy="1396425"/>
                  <a:chOff x="12075" y="444775"/>
                  <a:chExt cx="9144000" cy="1396425"/>
                </a:xfrm>
              </p:grpSpPr>
              <p:cxnSp>
                <p:nvCxnSpPr>
                  <p:cNvPr id="685" name="Google Shape;685;p15"/>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86" name="Google Shape;686;p15"/>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87" name="Google Shape;687;p15"/>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88" name="Google Shape;688;p15"/>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689" name="Google Shape;689;p15"/>
                <p:cNvGrpSpPr/>
                <p:nvPr/>
              </p:nvGrpSpPr>
              <p:grpSpPr>
                <a:xfrm>
                  <a:off x="12075" y="4168525"/>
                  <a:ext cx="9144000" cy="930950"/>
                  <a:chOff x="12075" y="444775"/>
                  <a:chExt cx="9144000" cy="930950"/>
                </a:xfrm>
              </p:grpSpPr>
              <p:cxnSp>
                <p:nvCxnSpPr>
                  <p:cNvPr id="690" name="Google Shape;690;p15"/>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91" name="Google Shape;691;p15"/>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692" name="Google Shape;692;p15"/>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693" name="Google Shape;693;p15"/>
          <p:cNvSpPr txBox="1">
            <a:spLocks noGrp="1"/>
          </p:cNvSpPr>
          <p:nvPr>
            <p:ph type="title"/>
          </p:nvPr>
        </p:nvSpPr>
        <p:spPr>
          <a:xfrm>
            <a:off x="720000" y="1092013"/>
            <a:ext cx="3519600" cy="1843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algn="l" rtl="0">
              <a:spcBef>
                <a:spcPts val="0"/>
              </a:spcBef>
              <a:spcAft>
                <a:spcPts val="0"/>
              </a:spcAft>
              <a:buSzPts val="3500"/>
              <a:buNone/>
              <a:defRPr/>
            </a:lvl2pPr>
            <a:lvl3pPr lvl="2" algn="l" rtl="0">
              <a:spcBef>
                <a:spcPts val="0"/>
              </a:spcBef>
              <a:spcAft>
                <a:spcPts val="0"/>
              </a:spcAft>
              <a:buSzPts val="3500"/>
              <a:buNone/>
              <a:defRPr/>
            </a:lvl3pPr>
            <a:lvl4pPr lvl="3" algn="l" rtl="0">
              <a:spcBef>
                <a:spcPts val="0"/>
              </a:spcBef>
              <a:spcAft>
                <a:spcPts val="0"/>
              </a:spcAft>
              <a:buSzPts val="3500"/>
              <a:buNone/>
              <a:defRPr/>
            </a:lvl4pPr>
            <a:lvl5pPr lvl="4" algn="l" rtl="0">
              <a:spcBef>
                <a:spcPts val="0"/>
              </a:spcBef>
              <a:spcAft>
                <a:spcPts val="0"/>
              </a:spcAft>
              <a:buSzPts val="3500"/>
              <a:buNone/>
              <a:defRPr/>
            </a:lvl5pPr>
            <a:lvl6pPr lvl="5" algn="l" rtl="0">
              <a:spcBef>
                <a:spcPts val="0"/>
              </a:spcBef>
              <a:spcAft>
                <a:spcPts val="0"/>
              </a:spcAft>
              <a:buSzPts val="3500"/>
              <a:buNone/>
              <a:defRPr/>
            </a:lvl6pPr>
            <a:lvl7pPr lvl="6" algn="l" rtl="0">
              <a:spcBef>
                <a:spcPts val="0"/>
              </a:spcBef>
              <a:spcAft>
                <a:spcPts val="0"/>
              </a:spcAft>
              <a:buSzPts val="3500"/>
              <a:buNone/>
              <a:defRPr/>
            </a:lvl7pPr>
            <a:lvl8pPr lvl="7" algn="l" rtl="0">
              <a:spcBef>
                <a:spcPts val="0"/>
              </a:spcBef>
              <a:spcAft>
                <a:spcPts val="0"/>
              </a:spcAft>
              <a:buSzPts val="3500"/>
              <a:buNone/>
              <a:defRPr/>
            </a:lvl8pPr>
            <a:lvl9pPr lvl="8" algn="l" rtl="0">
              <a:spcBef>
                <a:spcPts val="0"/>
              </a:spcBef>
              <a:spcAft>
                <a:spcPts val="0"/>
              </a:spcAft>
              <a:buSzPts val="3500"/>
              <a:buNone/>
              <a:defRPr/>
            </a:lvl9pPr>
          </a:lstStyle>
          <a:p>
            <a:endParaRPr/>
          </a:p>
        </p:txBody>
      </p:sp>
      <p:sp>
        <p:nvSpPr>
          <p:cNvPr id="694" name="Google Shape;694;p15"/>
          <p:cNvSpPr txBox="1">
            <a:spLocks noGrp="1"/>
          </p:cNvSpPr>
          <p:nvPr>
            <p:ph type="subTitle" idx="1"/>
          </p:nvPr>
        </p:nvSpPr>
        <p:spPr>
          <a:xfrm>
            <a:off x="720000" y="2935188"/>
            <a:ext cx="35196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95" name="Google Shape;695;p15"/>
          <p:cNvSpPr>
            <a:spLocks noGrp="1"/>
          </p:cNvSpPr>
          <p:nvPr>
            <p:ph type="pic" idx="2"/>
          </p:nvPr>
        </p:nvSpPr>
        <p:spPr>
          <a:xfrm>
            <a:off x="5520775" y="533863"/>
            <a:ext cx="2910000" cy="4075800"/>
          </a:xfrm>
          <a:prstGeom prst="roundRect">
            <a:avLst>
              <a:gd name="adj" fmla="val 6529"/>
            </a:avLst>
          </a:prstGeom>
          <a:noFill/>
          <a:ln w="9525" cap="flat" cmpd="sng">
            <a:solidFill>
              <a:schemeClr val="dk2"/>
            </a:solidFill>
            <a:prstDash val="solid"/>
            <a:round/>
            <a:headEnd type="none" w="sm" len="sm"/>
            <a:tailEnd type="none" w="sm" len="sm"/>
          </a:ln>
        </p:spPr>
      </p:sp>
      <p:grpSp>
        <p:nvGrpSpPr>
          <p:cNvPr id="696" name="Google Shape;696;p15"/>
          <p:cNvGrpSpPr/>
          <p:nvPr/>
        </p:nvGrpSpPr>
        <p:grpSpPr>
          <a:xfrm>
            <a:off x="-7" y="167200"/>
            <a:ext cx="8952587" cy="4867172"/>
            <a:chOff x="-7" y="167200"/>
            <a:chExt cx="8952587" cy="4867172"/>
          </a:xfrm>
        </p:grpSpPr>
        <p:grpSp>
          <p:nvGrpSpPr>
            <p:cNvPr id="697" name="Google Shape;697;p15"/>
            <p:cNvGrpSpPr/>
            <p:nvPr/>
          </p:nvGrpSpPr>
          <p:grpSpPr>
            <a:xfrm>
              <a:off x="-7" y="167200"/>
              <a:ext cx="1266969" cy="226225"/>
              <a:chOff x="-7" y="167200"/>
              <a:chExt cx="1266969" cy="226225"/>
            </a:xfrm>
          </p:grpSpPr>
          <p:sp>
            <p:nvSpPr>
              <p:cNvPr id="698" name="Google Shape;698;p15"/>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15"/>
            <p:cNvGrpSpPr/>
            <p:nvPr/>
          </p:nvGrpSpPr>
          <p:grpSpPr>
            <a:xfrm>
              <a:off x="4890282" y="4643609"/>
              <a:ext cx="4062298" cy="390763"/>
              <a:chOff x="4890282" y="4643609"/>
              <a:chExt cx="4062298" cy="390763"/>
            </a:xfrm>
          </p:grpSpPr>
          <p:sp>
            <p:nvSpPr>
              <p:cNvPr id="701" name="Google Shape;701;p15"/>
              <p:cNvSpPr/>
              <p:nvPr/>
            </p:nvSpPr>
            <p:spPr>
              <a:xfrm>
                <a:off x="8561631" y="4643609"/>
                <a:ext cx="390949" cy="390763"/>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5"/>
              <p:cNvSpPr/>
              <p:nvPr/>
            </p:nvSpPr>
            <p:spPr>
              <a:xfrm>
                <a:off x="4890282" y="4751143"/>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873"/>
        <p:cNvGrpSpPr/>
        <p:nvPr/>
      </p:nvGrpSpPr>
      <p:grpSpPr>
        <a:xfrm>
          <a:off x="0" y="0"/>
          <a:ext cx="0" cy="0"/>
          <a:chOff x="0" y="0"/>
          <a:chExt cx="0" cy="0"/>
        </a:xfrm>
      </p:grpSpPr>
      <p:grpSp>
        <p:nvGrpSpPr>
          <p:cNvPr id="874" name="Google Shape;874;p19"/>
          <p:cNvGrpSpPr/>
          <p:nvPr/>
        </p:nvGrpSpPr>
        <p:grpSpPr>
          <a:xfrm flipH="1">
            <a:off x="0" y="-161849"/>
            <a:ext cx="9144000" cy="5467198"/>
            <a:chOff x="0" y="-171451"/>
            <a:chExt cx="9144000" cy="5467198"/>
          </a:xfrm>
        </p:grpSpPr>
        <p:grpSp>
          <p:nvGrpSpPr>
            <p:cNvPr id="875" name="Google Shape;875;p19"/>
            <p:cNvGrpSpPr/>
            <p:nvPr/>
          </p:nvGrpSpPr>
          <p:grpSpPr>
            <a:xfrm>
              <a:off x="0" y="135850"/>
              <a:ext cx="9144000" cy="4654700"/>
              <a:chOff x="12075" y="212050"/>
              <a:chExt cx="9144000" cy="4654700"/>
            </a:xfrm>
          </p:grpSpPr>
          <p:grpSp>
            <p:nvGrpSpPr>
              <p:cNvPr id="876" name="Google Shape;876;p19"/>
              <p:cNvGrpSpPr/>
              <p:nvPr/>
            </p:nvGrpSpPr>
            <p:grpSpPr>
              <a:xfrm>
                <a:off x="12075" y="212050"/>
                <a:ext cx="9144000" cy="1396425"/>
                <a:chOff x="12075" y="212050"/>
                <a:chExt cx="9144000" cy="1396425"/>
              </a:xfrm>
            </p:grpSpPr>
            <p:cxnSp>
              <p:nvCxnSpPr>
                <p:cNvPr id="877" name="Google Shape;877;p19"/>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78" name="Google Shape;878;p19"/>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79" name="Google Shape;879;p19"/>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80" name="Google Shape;880;p19"/>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881" name="Google Shape;881;p19"/>
              <p:cNvGrpSpPr/>
              <p:nvPr/>
            </p:nvGrpSpPr>
            <p:grpSpPr>
              <a:xfrm>
                <a:off x="12075" y="2073925"/>
                <a:ext cx="9144000" cy="1396425"/>
                <a:chOff x="12075" y="212050"/>
                <a:chExt cx="9144000" cy="1396425"/>
              </a:xfrm>
            </p:grpSpPr>
            <p:cxnSp>
              <p:nvCxnSpPr>
                <p:cNvPr id="882" name="Google Shape;882;p19"/>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83" name="Google Shape;883;p19"/>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84" name="Google Shape;884;p19"/>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85" name="Google Shape;885;p19"/>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886" name="Google Shape;886;p19"/>
              <p:cNvGrpSpPr/>
              <p:nvPr/>
            </p:nvGrpSpPr>
            <p:grpSpPr>
              <a:xfrm>
                <a:off x="12075" y="3935800"/>
                <a:ext cx="9144000" cy="930950"/>
                <a:chOff x="12075" y="212050"/>
                <a:chExt cx="9144000" cy="930950"/>
              </a:xfrm>
            </p:grpSpPr>
            <p:cxnSp>
              <p:nvCxnSpPr>
                <p:cNvPr id="887" name="Google Shape;887;p19"/>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88" name="Google Shape;888;p19"/>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89" name="Google Shape;889;p19"/>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890" name="Google Shape;890;p19"/>
            <p:cNvGrpSpPr/>
            <p:nvPr/>
          </p:nvGrpSpPr>
          <p:grpSpPr>
            <a:xfrm>
              <a:off x="213575" y="-171451"/>
              <a:ext cx="8855100" cy="5467198"/>
              <a:chOff x="213575" y="-171451"/>
              <a:chExt cx="8855100" cy="5467198"/>
            </a:xfrm>
          </p:grpSpPr>
          <p:grpSp>
            <p:nvGrpSpPr>
              <p:cNvPr id="891" name="Google Shape;891;p19"/>
              <p:cNvGrpSpPr/>
              <p:nvPr/>
            </p:nvGrpSpPr>
            <p:grpSpPr>
              <a:xfrm rot="5400000">
                <a:off x="-192674" y="234798"/>
                <a:ext cx="5467198" cy="4654700"/>
                <a:chOff x="12075" y="444775"/>
                <a:chExt cx="9144000" cy="4654700"/>
              </a:xfrm>
            </p:grpSpPr>
            <p:grpSp>
              <p:nvGrpSpPr>
                <p:cNvPr id="892" name="Google Shape;892;p19"/>
                <p:cNvGrpSpPr/>
                <p:nvPr/>
              </p:nvGrpSpPr>
              <p:grpSpPr>
                <a:xfrm>
                  <a:off x="12075" y="444775"/>
                  <a:ext cx="9144000" cy="1396425"/>
                  <a:chOff x="12075" y="444775"/>
                  <a:chExt cx="9144000" cy="1396425"/>
                </a:xfrm>
              </p:grpSpPr>
              <p:cxnSp>
                <p:nvCxnSpPr>
                  <p:cNvPr id="893" name="Google Shape;893;p19"/>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94" name="Google Shape;894;p19"/>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95" name="Google Shape;895;p19"/>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96" name="Google Shape;896;p19"/>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897" name="Google Shape;897;p19"/>
                <p:cNvGrpSpPr/>
                <p:nvPr/>
              </p:nvGrpSpPr>
              <p:grpSpPr>
                <a:xfrm>
                  <a:off x="12075" y="2306650"/>
                  <a:ext cx="9144000" cy="1396425"/>
                  <a:chOff x="12075" y="444775"/>
                  <a:chExt cx="9144000" cy="1396425"/>
                </a:xfrm>
              </p:grpSpPr>
              <p:cxnSp>
                <p:nvCxnSpPr>
                  <p:cNvPr id="898" name="Google Shape;898;p19"/>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899" name="Google Shape;899;p19"/>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00" name="Google Shape;900;p19"/>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01" name="Google Shape;901;p19"/>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902" name="Google Shape;902;p19"/>
                <p:cNvGrpSpPr/>
                <p:nvPr/>
              </p:nvGrpSpPr>
              <p:grpSpPr>
                <a:xfrm>
                  <a:off x="12075" y="4168525"/>
                  <a:ext cx="9144000" cy="930950"/>
                  <a:chOff x="12075" y="444775"/>
                  <a:chExt cx="9144000" cy="930950"/>
                </a:xfrm>
              </p:grpSpPr>
              <p:cxnSp>
                <p:nvCxnSpPr>
                  <p:cNvPr id="903" name="Google Shape;903;p19"/>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04" name="Google Shape;904;p19"/>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05" name="Google Shape;905;p19"/>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906" name="Google Shape;906;p19"/>
              <p:cNvGrpSpPr/>
              <p:nvPr/>
            </p:nvGrpSpPr>
            <p:grpSpPr>
              <a:xfrm rot="5400000">
                <a:off x="4473201" y="700273"/>
                <a:ext cx="5467198" cy="3723750"/>
                <a:chOff x="12075" y="1375725"/>
                <a:chExt cx="9144000" cy="3723750"/>
              </a:xfrm>
            </p:grpSpPr>
            <p:grpSp>
              <p:nvGrpSpPr>
                <p:cNvPr id="907" name="Google Shape;907;p19"/>
                <p:cNvGrpSpPr/>
                <p:nvPr/>
              </p:nvGrpSpPr>
              <p:grpSpPr>
                <a:xfrm>
                  <a:off x="12075" y="1375725"/>
                  <a:ext cx="9144000" cy="465475"/>
                  <a:chOff x="12075" y="1375725"/>
                  <a:chExt cx="9144000" cy="465475"/>
                </a:xfrm>
              </p:grpSpPr>
              <p:cxnSp>
                <p:nvCxnSpPr>
                  <p:cNvPr id="908" name="Google Shape;908;p19"/>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09" name="Google Shape;909;p19"/>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910" name="Google Shape;910;p19"/>
                <p:cNvGrpSpPr/>
                <p:nvPr/>
              </p:nvGrpSpPr>
              <p:grpSpPr>
                <a:xfrm>
                  <a:off x="12075" y="2306650"/>
                  <a:ext cx="9144000" cy="1396425"/>
                  <a:chOff x="12075" y="444775"/>
                  <a:chExt cx="9144000" cy="1396425"/>
                </a:xfrm>
              </p:grpSpPr>
              <p:cxnSp>
                <p:nvCxnSpPr>
                  <p:cNvPr id="911" name="Google Shape;911;p19"/>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12" name="Google Shape;912;p19"/>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13" name="Google Shape;913;p19"/>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14" name="Google Shape;914;p19"/>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915" name="Google Shape;915;p19"/>
                <p:cNvGrpSpPr/>
                <p:nvPr/>
              </p:nvGrpSpPr>
              <p:grpSpPr>
                <a:xfrm>
                  <a:off x="12075" y="4168525"/>
                  <a:ext cx="9144000" cy="930950"/>
                  <a:chOff x="12075" y="444775"/>
                  <a:chExt cx="9144000" cy="930950"/>
                </a:xfrm>
              </p:grpSpPr>
              <p:cxnSp>
                <p:nvCxnSpPr>
                  <p:cNvPr id="916" name="Google Shape;916;p19"/>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17" name="Google Shape;917;p19"/>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918" name="Google Shape;918;p19"/>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919" name="Google Shape;91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20" name="Google Shape;920;p19"/>
          <p:cNvSpPr txBox="1">
            <a:spLocks noGrp="1"/>
          </p:cNvSpPr>
          <p:nvPr>
            <p:ph type="subTitle" idx="1"/>
          </p:nvPr>
        </p:nvSpPr>
        <p:spPr>
          <a:xfrm>
            <a:off x="5046566" y="3285624"/>
            <a:ext cx="2500800" cy="1010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1" name="Google Shape;921;p19"/>
          <p:cNvSpPr txBox="1">
            <a:spLocks noGrp="1"/>
          </p:cNvSpPr>
          <p:nvPr>
            <p:ph type="subTitle" idx="2"/>
          </p:nvPr>
        </p:nvSpPr>
        <p:spPr>
          <a:xfrm>
            <a:off x="1596634" y="3285624"/>
            <a:ext cx="2500800" cy="1010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2" name="Google Shape;922;p19"/>
          <p:cNvSpPr txBox="1">
            <a:spLocks noGrp="1"/>
          </p:cNvSpPr>
          <p:nvPr>
            <p:ph type="subTitle" idx="3"/>
          </p:nvPr>
        </p:nvSpPr>
        <p:spPr>
          <a:xfrm>
            <a:off x="1596634" y="2833375"/>
            <a:ext cx="2500800" cy="45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arlow Semi Condensed"/>
              <a:buNone/>
              <a:defRPr sz="2400" b="1">
                <a:solidFill>
                  <a:schemeClr val="dk1"/>
                </a:solidFill>
                <a:latin typeface="Barlow Semi Condensed"/>
                <a:ea typeface="Barlow Semi Condensed"/>
                <a:cs typeface="Barlow Semi Condensed"/>
                <a:sym typeface="Barlow Semi Condensed"/>
              </a:defRPr>
            </a:lvl1pPr>
            <a:lvl2pPr lvl="1"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2pPr>
            <a:lvl3pPr lvl="2"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3pPr>
            <a:lvl4pPr lvl="3"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4pPr>
            <a:lvl5pPr lvl="4"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5pPr>
            <a:lvl6pPr lvl="5"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6pPr>
            <a:lvl7pPr lvl="6"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7pPr>
            <a:lvl8pPr lvl="7"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8pPr>
            <a:lvl9pPr lvl="8"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9pPr>
          </a:lstStyle>
          <a:p>
            <a:endParaRPr/>
          </a:p>
        </p:txBody>
      </p:sp>
      <p:sp>
        <p:nvSpPr>
          <p:cNvPr id="923" name="Google Shape;923;p19"/>
          <p:cNvSpPr txBox="1">
            <a:spLocks noGrp="1"/>
          </p:cNvSpPr>
          <p:nvPr>
            <p:ph type="subTitle" idx="4"/>
          </p:nvPr>
        </p:nvSpPr>
        <p:spPr>
          <a:xfrm>
            <a:off x="5046566" y="2833375"/>
            <a:ext cx="2500800" cy="45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arlow Semi Condensed"/>
              <a:buNone/>
              <a:defRPr sz="2400" b="1">
                <a:solidFill>
                  <a:schemeClr val="dk1"/>
                </a:solidFill>
                <a:latin typeface="Barlow Semi Condensed"/>
                <a:ea typeface="Barlow Semi Condensed"/>
                <a:cs typeface="Barlow Semi Condensed"/>
                <a:sym typeface="Barlow Semi Condensed"/>
              </a:defRPr>
            </a:lvl1pPr>
            <a:lvl2pPr lvl="1"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2pPr>
            <a:lvl3pPr lvl="2"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3pPr>
            <a:lvl4pPr lvl="3"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4pPr>
            <a:lvl5pPr lvl="4"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5pPr>
            <a:lvl6pPr lvl="5"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6pPr>
            <a:lvl7pPr lvl="6"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7pPr>
            <a:lvl8pPr lvl="7"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8pPr>
            <a:lvl9pPr lvl="8" algn="ctr" rtl="0">
              <a:lnSpc>
                <a:spcPct val="100000"/>
              </a:lnSpc>
              <a:spcBef>
                <a:spcPts val="0"/>
              </a:spcBef>
              <a:spcAft>
                <a:spcPts val="0"/>
              </a:spcAft>
              <a:buSzPts val="2400"/>
              <a:buFont typeface="Barlow Semi Condensed"/>
              <a:buNone/>
              <a:defRPr sz="2400" b="1">
                <a:latin typeface="Barlow Semi Condensed"/>
                <a:ea typeface="Barlow Semi Condensed"/>
                <a:cs typeface="Barlow Semi Condensed"/>
                <a:sym typeface="Barlow Semi Condensed"/>
              </a:defRPr>
            </a:lvl9pPr>
          </a:lstStyle>
          <a:p>
            <a:endParaRPr/>
          </a:p>
        </p:txBody>
      </p:sp>
      <p:grpSp>
        <p:nvGrpSpPr>
          <p:cNvPr id="924" name="Google Shape;924;p19"/>
          <p:cNvGrpSpPr/>
          <p:nvPr/>
        </p:nvGrpSpPr>
        <p:grpSpPr>
          <a:xfrm>
            <a:off x="141641" y="92498"/>
            <a:ext cx="8827868" cy="4945088"/>
            <a:chOff x="141641" y="92498"/>
            <a:chExt cx="8827868" cy="4945088"/>
          </a:xfrm>
        </p:grpSpPr>
        <p:grpSp>
          <p:nvGrpSpPr>
            <p:cNvPr id="925" name="Google Shape;925;p19"/>
            <p:cNvGrpSpPr/>
            <p:nvPr/>
          </p:nvGrpSpPr>
          <p:grpSpPr>
            <a:xfrm>
              <a:off x="8918459" y="243592"/>
              <a:ext cx="51049" cy="774142"/>
              <a:chOff x="8211712" y="2037146"/>
              <a:chExt cx="34742" cy="526950"/>
            </a:xfrm>
          </p:grpSpPr>
          <p:sp>
            <p:nvSpPr>
              <p:cNvPr id="926" name="Google Shape;926;p19"/>
              <p:cNvSpPr/>
              <p:nvPr/>
            </p:nvSpPr>
            <p:spPr>
              <a:xfrm>
                <a:off x="8211712" y="2037146"/>
                <a:ext cx="34742" cy="54481"/>
              </a:xfrm>
              <a:custGeom>
                <a:avLst/>
                <a:gdLst/>
                <a:ahLst/>
                <a:cxnLst/>
                <a:rect l="l" t="t" r="r" b="b"/>
                <a:pathLst>
                  <a:path w="352" h="552" extrusionOk="0">
                    <a:moveTo>
                      <a:pt x="1" y="0"/>
                    </a:moveTo>
                    <a:lnTo>
                      <a:pt x="1" y="552"/>
                    </a:lnTo>
                    <a:lnTo>
                      <a:pt x="352" y="55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9"/>
              <p:cNvSpPr/>
              <p:nvPr/>
            </p:nvSpPr>
            <p:spPr>
              <a:xfrm>
                <a:off x="8211712" y="2116302"/>
                <a:ext cx="34742" cy="54481"/>
              </a:xfrm>
              <a:custGeom>
                <a:avLst/>
                <a:gdLst/>
                <a:ahLst/>
                <a:cxnLst/>
                <a:rect l="l" t="t" r="r" b="b"/>
                <a:pathLst>
                  <a:path w="352" h="552" extrusionOk="0">
                    <a:moveTo>
                      <a:pt x="1" y="0"/>
                    </a:moveTo>
                    <a:lnTo>
                      <a:pt x="1" y="552"/>
                    </a:lnTo>
                    <a:lnTo>
                      <a:pt x="352" y="55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8211712" y="2195458"/>
                <a:ext cx="34742" cy="54481"/>
              </a:xfrm>
              <a:custGeom>
                <a:avLst/>
                <a:gdLst/>
                <a:ahLst/>
                <a:cxnLst/>
                <a:rect l="l" t="t" r="r" b="b"/>
                <a:pathLst>
                  <a:path w="352" h="552" extrusionOk="0">
                    <a:moveTo>
                      <a:pt x="1" y="1"/>
                    </a:moveTo>
                    <a:lnTo>
                      <a:pt x="1" y="552"/>
                    </a:lnTo>
                    <a:lnTo>
                      <a:pt x="352" y="55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8211712" y="2274614"/>
                <a:ext cx="34742" cy="54481"/>
              </a:xfrm>
              <a:custGeom>
                <a:avLst/>
                <a:gdLst/>
                <a:ahLst/>
                <a:cxnLst/>
                <a:rect l="l" t="t" r="r" b="b"/>
                <a:pathLst>
                  <a:path w="352" h="552" extrusionOk="0">
                    <a:moveTo>
                      <a:pt x="1" y="1"/>
                    </a:moveTo>
                    <a:lnTo>
                      <a:pt x="1" y="552"/>
                    </a:lnTo>
                    <a:lnTo>
                      <a:pt x="352" y="55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8211712" y="2353770"/>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9"/>
              <p:cNvSpPr/>
              <p:nvPr/>
            </p:nvSpPr>
            <p:spPr>
              <a:xfrm>
                <a:off x="8211712" y="2432927"/>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9"/>
              <p:cNvSpPr/>
              <p:nvPr/>
            </p:nvSpPr>
            <p:spPr>
              <a:xfrm>
                <a:off x="8211712" y="2512083"/>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933;p19"/>
            <p:cNvGrpSpPr/>
            <p:nvPr/>
          </p:nvGrpSpPr>
          <p:grpSpPr>
            <a:xfrm>
              <a:off x="173907" y="4750539"/>
              <a:ext cx="291257" cy="287046"/>
              <a:chOff x="5456048" y="1794743"/>
              <a:chExt cx="178248" cy="175682"/>
            </a:xfrm>
          </p:grpSpPr>
          <p:sp>
            <p:nvSpPr>
              <p:cNvPr id="934" name="Google Shape;934;p19"/>
              <p:cNvSpPr/>
              <p:nvPr/>
            </p:nvSpPr>
            <p:spPr>
              <a:xfrm>
                <a:off x="5456048" y="1794743"/>
                <a:ext cx="178248" cy="175682"/>
              </a:xfrm>
              <a:custGeom>
                <a:avLst/>
                <a:gdLst/>
                <a:ahLst/>
                <a:cxnLst/>
                <a:rect l="l" t="t" r="r" b="b"/>
                <a:pathLst>
                  <a:path w="1806" h="1780" extrusionOk="0">
                    <a:moveTo>
                      <a:pt x="277" y="0"/>
                    </a:moveTo>
                    <a:lnTo>
                      <a:pt x="1" y="276"/>
                    </a:lnTo>
                    <a:lnTo>
                      <a:pt x="1530" y="1780"/>
                    </a:lnTo>
                    <a:lnTo>
                      <a:pt x="1805" y="1504"/>
                    </a:lnTo>
                    <a:lnTo>
                      <a:pt x="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5456048" y="1794743"/>
                <a:ext cx="178248" cy="175682"/>
              </a:xfrm>
              <a:custGeom>
                <a:avLst/>
                <a:gdLst/>
                <a:ahLst/>
                <a:cxnLst/>
                <a:rect l="l" t="t" r="r" b="b"/>
                <a:pathLst>
                  <a:path w="1806" h="1780" extrusionOk="0">
                    <a:moveTo>
                      <a:pt x="1505" y="0"/>
                    </a:moveTo>
                    <a:lnTo>
                      <a:pt x="1" y="1504"/>
                    </a:lnTo>
                    <a:lnTo>
                      <a:pt x="302" y="1780"/>
                    </a:lnTo>
                    <a:lnTo>
                      <a:pt x="1805" y="276"/>
                    </a:lnTo>
                    <a:lnTo>
                      <a:pt x="15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6" name="Google Shape;936;p19"/>
            <p:cNvSpPr/>
            <p:nvPr/>
          </p:nvSpPr>
          <p:spPr>
            <a:xfrm rot="-123321">
              <a:off x="144300" y="113150"/>
              <a:ext cx="1018402" cy="166548"/>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9"/>
            <p:cNvSpPr/>
            <p:nvPr/>
          </p:nvSpPr>
          <p:spPr>
            <a:xfrm>
              <a:off x="8639763" y="92498"/>
              <a:ext cx="207956" cy="207857"/>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186"/>
        <p:cNvGrpSpPr/>
        <p:nvPr/>
      </p:nvGrpSpPr>
      <p:grpSpPr>
        <a:xfrm>
          <a:off x="0" y="0"/>
          <a:ext cx="0" cy="0"/>
          <a:chOff x="0" y="0"/>
          <a:chExt cx="0" cy="0"/>
        </a:xfrm>
      </p:grpSpPr>
      <p:grpSp>
        <p:nvGrpSpPr>
          <p:cNvPr id="1187" name="Google Shape;1187;p24"/>
          <p:cNvGrpSpPr/>
          <p:nvPr/>
        </p:nvGrpSpPr>
        <p:grpSpPr>
          <a:xfrm flipH="1">
            <a:off x="0" y="-161849"/>
            <a:ext cx="9144000" cy="5467198"/>
            <a:chOff x="0" y="-171451"/>
            <a:chExt cx="9144000" cy="5467198"/>
          </a:xfrm>
        </p:grpSpPr>
        <p:grpSp>
          <p:nvGrpSpPr>
            <p:cNvPr id="1188" name="Google Shape;1188;p24"/>
            <p:cNvGrpSpPr/>
            <p:nvPr/>
          </p:nvGrpSpPr>
          <p:grpSpPr>
            <a:xfrm>
              <a:off x="0" y="135850"/>
              <a:ext cx="9144000" cy="4654700"/>
              <a:chOff x="12075" y="212050"/>
              <a:chExt cx="9144000" cy="4654700"/>
            </a:xfrm>
          </p:grpSpPr>
          <p:grpSp>
            <p:nvGrpSpPr>
              <p:cNvPr id="1189" name="Google Shape;1189;p24"/>
              <p:cNvGrpSpPr/>
              <p:nvPr/>
            </p:nvGrpSpPr>
            <p:grpSpPr>
              <a:xfrm>
                <a:off x="12075" y="212050"/>
                <a:ext cx="9144000" cy="1396425"/>
                <a:chOff x="12075" y="212050"/>
                <a:chExt cx="9144000" cy="1396425"/>
              </a:xfrm>
            </p:grpSpPr>
            <p:cxnSp>
              <p:nvCxnSpPr>
                <p:cNvPr id="1190" name="Google Shape;1190;p24"/>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191" name="Google Shape;1191;p24"/>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192" name="Google Shape;1192;p24"/>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193" name="Google Shape;1193;p24"/>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194" name="Google Shape;1194;p24"/>
              <p:cNvGrpSpPr/>
              <p:nvPr/>
            </p:nvGrpSpPr>
            <p:grpSpPr>
              <a:xfrm>
                <a:off x="12075" y="2073925"/>
                <a:ext cx="9144000" cy="1396425"/>
                <a:chOff x="12075" y="212050"/>
                <a:chExt cx="9144000" cy="1396425"/>
              </a:xfrm>
            </p:grpSpPr>
            <p:cxnSp>
              <p:nvCxnSpPr>
                <p:cNvPr id="1195" name="Google Shape;1195;p24"/>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196" name="Google Shape;1196;p24"/>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197" name="Google Shape;1197;p24"/>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198" name="Google Shape;1198;p24"/>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199" name="Google Shape;1199;p24"/>
              <p:cNvGrpSpPr/>
              <p:nvPr/>
            </p:nvGrpSpPr>
            <p:grpSpPr>
              <a:xfrm>
                <a:off x="12075" y="3935800"/>
                <a:ext cx="9144000" cy="930950"/>
                <a:chOff x="12075" y="212050"/>
                <a:chExt cx="9144000" cy="930950"/>
              </a:xfrm>
            </p:grpSpPr>
            <p:cxnSp>
              <p:nvCxnSpPr>
                <p:cNvPr id="1200" name="Google Shape;1200;p24"/>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01" name="Google Shape;1201;p24"/>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02" name="Google Shape;1202;p24"/>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1203" name="Google Shape;1203;p24"/>
            <p:cNvGrpSpPr/>
            <p:nvPr/>
          </p:nvGrpSpPr>
          <p:grpSpPr>
            <a:xfrm>
              <a:off x="213575" y="-171451"/>
              <a:ext cx="8855100" cy="5467198"/>
              <a:chOff x="213575" y="-171451"/>
              <a:chExt cx="8855100" cy="5467198"/>
            </a:xfrm>
          </p:grpSpPr>
          <p:grpSp>
            <p:nvGrpSpPr>
              <p:cNvPr id="1204" name="Google Shape;1204;p24"/>
              <p:cNvGrpSpPr/>
              <p:nvPr/>
            </p:nvGrpSpPr>
            <p:grpSpPr>
              <a:xfrm rot="5400000">
                <a:off x="-192674" y="234798"/>
                <a:ext cx="5467198" cy="4654700"/>
                <a:chOff x="12075" y="444775"/>
                <a:chExt cx="9144000" cy="4654700"/>
              </a:xfrm>
            </p:grpSpPr>
            <p:grpSp>
              <p:nvGrpSpPr>
                <p:cNvPr id="1205" name="Google Shape;1205;p24"/>
                <p:cNvGrpSpPr/>
                <p:nvPr/>
              </p:nvGrpSpPr>
              <p:grpSpPr>
                <a:xfrm>
                  <a:off x="12075" y="444775"/>
                  <a:ext cx="9144000" cy="1396425"/>
                  <a:chOff x="12075" y="444775"/>
                  <a:chExt cx="9144000" cy="1396425"/>
                </a:xfrm>
              </p:grpSpPr>
              <p:cxnSp>
                <p:nvCxnSpPr>
                  <p:cNvPr id="1206" name="Google Shape;1206;p24"/>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07" name="Google Shape;1207;p24"/>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08" name="Google Shape;1208;p24"/>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09" name="Google Shape;1209;p24"/>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210" name="Google Shape;1210;p24"/>
                <p:cNvGrpSpPr/>
                <p:nvPr/>
              </p:nvGrpSpPr>
              <p:grpSpPr>
                <a:xfrm>
                  <a:off x="12075" y="2306650"/>
                  <a:ext cx="9144000" cy="1396425"/>
                  <a:chOff x="12075" y="444775"/>
                  <a:chExt cx="9144000" cy="1396425"/>
                </a:xfrm>
              </p:grpSpPr>
              <p:cxnSp>
                <p:nvCxnSpPr>
                  <p:cNvPr id="1211" name="Google Shape;1211;p24"/>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12" name="Google Shape;1212;p24"/>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13" name="Google Shape;1213;p24"/>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14" name="Google Shape;1214;p24"/>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215" name="Google Shape;1215;p24"/>
                <p:cNvGrpSpPr/>
                <p:nvPr/>
              </p:nvGrpSpPr>
              <p:grpSpPr>
                <a:xfrm>
                  <a:off x="12075" y="4168525"/>
                  <a:ext cx="9144000" cy="930950"/>
                  <a:chOff x="12075" y="444775"/>
                  <a:chExt cx="9144000" cy="930950"/>
                </a:xfrm>
              </p:grpSpPr>
              <p:cxnSp>
                <p:nvCxnSpPr>
                  <p:cNvPr id="1216" name="Google Shape;1216;p24"/>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17" name="Google Shape;1217;p24"/>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18" name="Google Shape;1218;p24"/>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1219" name="Google Shape;1219;p24"/>
              <p:cNvGrpSpPr/>
              <p:nvPr/>
            </p:nvGrpSpPr>
            <p:grpSpPr>
              <a:xfrm rot="5400000">
                <a:off x="4473201" y="700273"/>
                <a:ext cx="5467198" cy="3723750"/>
                <a:chOff x="12075" y="1375725"/>
                <a:chExt cx="9144000" cy="3723750"/>
              </a:xfrm>
            </p:grpSpPr>
            <p:grpSp>
              <p:nvGrpSpPr>
                <p:cNvPr id="1220" name="Google Shape;1220;p24"/>
                <p:cNvGrpSpPr/>
                <p:nvPr/>
              </p:nvGrpSpPr>
              <p:grpSpPr>
                <a:xfrm>
                  <a:off x="12075" y="1375725"/>
                  <a:ext cx="9144000" cy="465475"/>
                  <a:chOff x="12075" y="1375725"/>
                  <a:chExt cx="9144000" cy="465475"/>
                </a:xfrm>
              </p:grpSpPr>
              <p:cxnSp>
                <p:nvCxnSpPr>
                  <p:cNvPr id="1221" name="Google Shape;1221;p24"/>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22" name="Google Shape;1222;p24"/>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223" name="Google Shape;1223;p24"/>
                <p:cNvGrpSpPr/>
                <p:nvPr/>
              </p:nvGrpSpPr>
              <p:grpSpPr>
                <a:xfrm>
                  <a:off x="12075" y="2306650"/>
                  <a:ext cx="9144000" cy="1396425"/>
                  <a:chOff x="12075" y="444775"/>
                  <a:chExt cx="9144000" cy="1396425"/>
                </a:xfrm>
              </p:grpSpPr>
              <p:cxnSp>
                <p:nvCxnSpPr>
                  <p:cNvPr id="1224" name="Google Shape;1224;p24"/>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25" name="Google Shape;1225;p24"/>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26" name="Google Shape;1226;p24"/>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27" name="Google Shape;1227;p24"/>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228" name="Google Shape;1228;p24"/>
                <p:cNvGrpSpPr/>
                <p:nvPr/>
              </p:nvGrpSpPr>
              <p:grpSpPr>
                <a:xfrm>
                  <a:off x="12075" y="4168525"/>
                  <a:ext cx="9144000" cy="930950"/>
                  <a:chOff x="12075" y="444775"/>
                  <a:chExt cx="9144000" cy="930950"/>
                </a:xfrm>
              </p:grpSpPr>
              <p:cxnSp>
                <p:nvCxnSpPr>
                  <p:cNvPr id="1229" name="Google Shape;1229;p24"/>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30" name="Google Shape;1230;p24"/>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231" name="Google Shape;1231;p24"/>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
        <p:nvSpPr>
          <p:cNvPr id="1232" name="Google Shape;1232;p24"/>
          <p:cNvSpPr txBox="1">
            <a:spLocks noGrp="1"/>
          </p:cNvSpPr>
          <p:nvPr>
            <p:ph type="title" hasCustomPrompt="1"/>
          </p:nvPr>
        </p:nvSpPr>
        <p:spPr>
          <a:xfrm>
            <a:off x="4125350" y="539500"/>
            <a:ext cx="4087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SzPts val="6000"/>
              <a:buNone/>
              <a:defRPr sz="4500"/>
            </a:lvl1pPr>
            <a:lvl2pPr lvl="1" algn="l" rtl="0">
              <a:spcBef>
                <a:spcPts val="0"/>
              </a:spcBef>
              <a:spcAft>
                <a:spcPts val="0"/>
              </a:spcAft>
              <a:buSzPts val="6000"/>
              <a:buNone/>
              <a:defRPr sz="6000"/>
            </a:lvl2pPr>
            <a:lvl3pPr lvl="2" algn="l" rtl="0">
              <a:spcBef>
                <a:spcPts val="0"/>
              </a:spcBef>
              <a:spcAft>
                <a:spcPts val="0"/>
              </a:spcAft>
              <a:buSzPts val="6000"/>
              <a:buNone/>
              <a:defRPr sz="6000"/>
            </a:lvl3pPr>
            <a:lvl4pPr lvl="3" algn="l" rtl="0">
              <a:spcBef>
                <a:spcPts val="0"/>
              </a:spcBef>
              <a:spcAft>
                <a:spcPts val="0"/>
              </a:spcAft>
              <a:buSzPts val="6000"/>
              <a:buNone/>
              <a:defRPr sz="6000"/>
            </a:lvl4pPr>
            <a:lvl5pPr lvl="4" algn="l" rtl="0">
              <a:spcBef>
                <a:spcPts val="0"/>
              </a:spcBef>
              <a:spcAft>
                <a:spcPts val="0"/>
              </a:spcAft>
              <a:buSzPts val="6000"/>
              <a:buNone/>
              <a:defRPr sz="6000"/>
            </a:lvl5pPr>
            <a:lvl6pPr lvl="5" algn="l" rtl="0">
              <a:spcBef>
                <a:spcPts val="0"/>
              </a:spcBef>
              <a:spcAft>
                <a:spcPts val="0"/>
              </a:spcAft>
              <a:buSzPts val="6000"/>
              <a:buNone/>
              <a:defRPr sz="6000"/>
            </a:lvl6pPr>
            <a:lvl7pPr lvl="6" algn="l" rtl="0">
              <a:spcBef>
                <a:spcPts val="0"/>
              </a:spcBef>
              <a:spcAft>
                <a:spcPts val="0"/>
              </a:spcAft>
              <a:buSzPts val="6000"/>
              <a:buNone/>
              <a:defRPr sz="6000"/>
            </a:lvl7pPr>
            <a:lvl8pPr lvl="7" algn="l" rtl="0">
              <a:spcBef>
                <a:spcPts val="0"/>
              </a:spcBef>
              <a:spcAft>
                <a:spcPts val="0"/>
              </a:spcAft>
              <a:buSzPts val="6000"/>
              <a:buNone/>
              <a:defRPr sz="6000"/>
            </a:lvl8pPr>
            <a:lvl9pPr lvl="8" algn="l" rtl="0">
              <a:spcBef>
                <a:spcPts val="0"/>
              </a:spcBef>
              <a:spcAft>
                <a:spcPts val="0"/>
              </a:spcAft>
              <a:buSzPts val="6000"/>
              <a:buNone/>
              <a:defRPr sz="6000"/>
            </a:lvl9pPr>
          </a:lstStyle>
          <a:p>
            <a:r>
              <a:t>xx%</a:t>
            </a:r>
          </a:p>
        </p:txBody>
      </p:sp>
      <p:sp>
        <p:nvSpPr>
          <p:cNvPr id="1233" name="Google Shape;1233;p24"/>
          <p:cNvSpPr txBox="1">
            <a:spLocks noGrp="1"/>
          </p:cNvSpPr>
          <p:nvPr>
            <p:ph type="subTitle" idx="1"/>
          </p:nvPr>
        </p:nvSpPr>
        <p:spPr>
          <a:xfrm>
            <a:off x="4159414" y="1228425"/>
            <a:ext cx="4087800" cy="469200"/>
          </a:xfrm>
          <a:prstGeom prst="rect">
            <a:avLst/>
          </a:prstGeom>
          <a:solidFill>
            <a:schemeClr val="lt2"/>
          </a:solidFill>
        </p:spPr>
        <p:txBody>
          <a:bodyPr spcFirstLastPara="1" wrap="square" lIns="91425" tIns="91425" rIns="91425" bIns="91425" anchor="ctr" anchorCtr="0">
            <a:noAutofit/>
          </a:bodyPr>
          <a:lstStyle>
            <a:lvl1pPr lvl="0" rtl="0">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234" name="Google Shape;1234;p24"/>
          <p:cNvSpPr txBox="1">
            <a:spLocks noGrp="1"/>
          </p:cNvSpPr>
          <p:nvPr>
            <p:ph type="title" idx="2" hasCustomPrompt="1"/>
          </p:nvPr>
        </p:nvSpPr>
        <p:spPr>
          <a:xfrm>
            <a:off x="4159414" y="1992700"/>
            <a:ext cx="4087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SzPts val="6000"/>
              <a:buNone/>
              <a:defRPr sz="4500"/>
            </a:lvl1pPr>
            <a:lvl2pPr lvl="1" algn="l" rtl="0">
              <a:spcBef>
                <a:spcPts val="0"/>
              </a:spcBef>
              <a:spcAft>
                <a:spcPts val="0"/>
              </a:spcAft>
              <a:buSzPts val="6000"/>
              <a:buNone/>
              <a:defRPr sz="6000"/>
            </a:lvl2pPr>
            <a:lvl3pPr lvl="2" algn="l" rtl="0">
              <a:spcBef>
                <a:spcPts val="0"/>
              </a:spcBef>
              <a:spcAft>
                <a:spcPts val="0"/>
              </a:spcAft>
              <a:buSzPts val="6000"/>
              <a:buNone/>
              <a:defRPr sz="6000"/>
            </a:lvl3pPr>
            <a:lvl4pPr lvl="3" algn="l" rtl="0">
              <a:spcBef>
                <a:spcPts val="0"/>
              </a:spcBef>
              <a:spcAft>
                <a:spcPts val="0"/>
              </a:spcAft>
              <a:buSzPts val="6000"/>
              <a:buNone/>
              <a:defRPr sz="6000"/>
            </a:lvl4pPr>
            <a:lvl5pPr lvl="4" algn="l" rtl="0">
              <a:spcBef>
                <a:spcPts val="0"/>
              </a:spcBef>
              <a:spcAft>
                <a:spcPts val="0"/>
              </a:spcAft>
              <a:buSzPts val="6000"/>
              <a:buNone/>
              <a:defRPr sz="6000"/>
            </a:lvl5pPr>
            <a:lvl6pPr lvl="5" algn="l" rtl="0">
              <a:spcBef>
                <a:spcPts val="0"/>
              </a:spcBef>
              <a:spcAft>
                <a:spcPts val="0"/>
              </a:spcAft>
              <a:buSzPts val="6000"/>
              <a:buNone/>
              <a:defRPr sz="6000"/>
            </a:lvl6pPr>
            <a:lvl7pPr lvl="6" algn="l" rtl="0">
              <a:spcBef>
                <a:spcPts val="0"/>
              </a:spcBef>
              <a:spcAft>
                <a:spcPts val="0"/>
              </a:spcAft>
              <a:buSzPts val="6000"/>
              <a:buNone/>
              <a:defRPr sz="6000"/>
            </a:lvl7pPr>
            <a:lvl8pPr lvl="7" algn="l" rtl="0">
              <a:spcBef>
                <a:spcPts val="0"/>
              </a:spcBef>
              <a:spcAft>
                <a:spcPts val="0"/>
              </a:spcAft>
              <a:buSzPts val="6000"/>
              <a:buNone/>
              <a:defRPr sz="6000"/>
            </a:lvl8pPr>
            <a:lvl9pPr lvl="8" algn="l" rtl="0">
              <a:spcBef>
                <a:spcPts val="0"/>
              </a:spcBef>
              <a:spcAft>
                <a:spcPts val="0"/>
              </a:spcAft>
              <a:buSzPts val="6000"/>
              <a:buNone/>
              <a:defRPr sz="6000"/>
            </a:lvl9pPr>
          </a:lstStyle>
          <a:p>
            <a:r>
              <a:t>xx%</a:t>
            </a:r>
          </a:p>
        </p:txBody>
      </p:sp>
      <p:sp>
        <p:nvSpPr>
          <p:cNvPr id="1235" name="Google Shape;1235;p24"/>
          <p:cNvSpPr txBox="1">
            <a:spLocks noGrp="1"/>
          </p:cNvSpPr>
          <p:nvPr>
            <p:ph type="subTitle" idx="3"/>
          </p:nvPr>
        </p:nvSpPr>
        <p:spPr>
          <a:xfrm>
            <a:off x="4159414" y="2681615"/>
            <a:ext cx="4087800" cy="469200"/>
          </a:xfrm>
          <a:prstGeom prst="rect">
            <a:avLst/>
          </a:prstGeom>
          <a:solidFill>
            <a:schemeClr val="lt2"/>
          </a:solidFill>
        </p:spPr>
        <p:txBody>
          <a:bodyPr spcFirstLastPara="1" wrap="square" lIns="91425" tIns="91425" rIns="91425" bIns="91425" anchor="ctr" anchorCtr="0">
            <a:noAutofit/>
          </a:bodyPr>
          <a:lstStyle>
            <a:lvl1pPr lvl="0" rtl="0">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236" name="Google Shape;1236;p24"/>
          <p:cNvSpPr txBox="1">
            <a:spLocks noGrp="1"/>
          </p:cNvSpPr>
          <p:nvPr>
            <p:ph type="title" idx="4" hasCustomPrompt="1"/>
          </p:nvPr>
        </p:nvSpPr>
        <p:spPr>
          <a:xfrm>
            <a:off x="4159414" y="3445874"/>
            <a:ext cx="4087800" cy="768900"/>
          </a:xfrm>
          <a:prstGeom prst="rect">
            <a:avLst/>
          </a:prstGeom>
          <a:noFill/>
        </p:spPr>
        <p:txBody>
          <a:bodyPr spcFirstLastPara="1" wrap="square" lIns="91425" tIns="91425" rIns="91425" bIns="91425" anchor="b" anchorCtr="0">
            <a:noAutofit/>
          </a:bodyPr>
          <a:lstStyle>
            <a:lvl1pPr lvl="0" algn="l" rtl="0">
              <a:spcBef>
                <a:spcPts val="0"/>
              </a:spcBef>
              <a:spcAft>
                <a:spcPts val="0"/>
              </a:spcAft>
              <a:buSzPts val="6000"/>
              <a:buNone/>
              <a:defRPr sz="4500"/>
            </a:lvl1pPr>
            <a:lvl2pPr lvl="1" algn="l" rtl="0">
              <a:spcBef>
                <a:spcPts val="0"/>
              </a:spcBef>
              <a:spcAft>
                <a:spcPts val="0"/>
              </a:spcAft>
              <a:buSzPts val="6000"/>
              <a:buNone/>
              <a:defRPr sz="6000"/>
            </a:lvl2pPr>
            <a:lvl3pPr lvl="2" algn="l" rtl="0">
              <a:spcBef>
                <a:spcPts val="0"/>
              </a:spcBef>
              <a:spcAft>
                <a:spcPts val="0"/>
              </a:spcAft>
              <a:buSzPts val="6000"/>
              <a:buNone/>
              <a:defRPr sz="6000"/>
            </a:lvl3pPr>
            <a:lvl4pPr lvl="3" algn="l" rtl="0">
              <a:spcBef>
                <a:spcPts val="0"/>
              </a:spcBef>
              <a:spcAft>
                <a:spcPts val="0"/>
              </a:spcAft>
              <a:buSzPts val="6000"/>
              <a:buNone/>
              <a:defRPr sz="6000"/>
            </a:lvl4pPr>
            <a:lvl5pPr lvl="4" algn="l" rtl="0">
              <a:spcBef>
                <a:spcPts val="0"/>
              </a:spcBef>
              <a:spcAft>
                <a:spcPts val="0"/>
              </a:spcAft>
              <a:buSzPts val="6000"/>
              <a:buNone/>
              <a:defRPr sz="6000"/>
            </a:lvl5pPr>
            <a:lvl6pPr lvl="5" algn="l" rtl="0">
              <a:spcBef>
                <a:spcPts val="0"/>
              </a:spcBef>
              <a:spcAft>
                <a:spcPts val="0"/>
              </a:spcAft>
              <a:buSzPts val="6000"/>
              <a:buNone/>
              <a:defRPr sz="6000"/>
            </a:lvl6pPr>
            <a:lvl7pPr lvl="6" algn="l" rtl="0">
              <a:spcBef>
                <a:spcPts val="0"/>
              </a:spcBef>
              <a:spcAft>
                <a:spcPts val="0"/>
              </a:spcAft>
              <a:buSzPts val="6000"/>
              <a:buNone/>
              <a:defRPr sz="6000"/>
            </a:lvl7pPr>
            <a:lvl8pPr lvl="7" algn="l" rtl="0">
              <a:spcBef>
                <a:spcPts val="0"/>
              </a:spcBef>
              <a:spcAft>
                <a:spcPts val="0"/>
              </a:spcAft>
              <a:buSzPts val="6000"/>
              <a:buNone/>
              <a:defRPr sz="6000"/>
            </a:lvl8pPr>
            <a:lvl9pPr lvl="8" algn="l" rtl="0">
              <a:spcBef>
                <a:spcPts val="0"/>
              </a:spcBef>
              <a:spcAft>
                <a:spcPts val="0"/>
              </a:spcAft>
              <a:buSzPts val="6000"/>
              <a:buNone/>
              <a:defRPr sz="6000"/>
            </a:lvl9pPr>
          </a:lstStyle>
          <a:p>
            <a:r>
              <a:t>xx%</a:t>
            </a:r>
          </a:p>
        </p:txBody>
      </p:sp>
      <p:sp>
        <p:nvSpPr>
          <p:cNvPr id="1237" name="Google Shape;1237;p24"/>
          <p:cNvSpPr txBox="1">
            <a:spLocks noGrp="1"/>
          </p:cNvSpPr>
          <p:nvPr>
            <p:ph type="subTitle" idx="5"/>
          </p:nvPr>
        </p:nvSpPr>
        <p:spPr>
          <a:xfrm>
            <a:off x="4159414" y="4134800"/>
            <a:ext cx="4087800" cy="469200"/>
          </a:xfrm>
          <a:prstGeom prst="rect">
            <a:avLst/>
          </a:prstGeom>
          <a:solidFill>
            <a:schemeClr val="lt2"/>
          </a:solidFill>
        </p:spPr>
        <p:txBody>
          <a:bodyPr spcFirstLastPara="1" wrap="square" lIns="91425" tIns="91425" rIns="91425" bIns="91425" anchor="ctr" anchorCtr="0">
            <a:noAutofit/>
          </a:bodyPr>
          <a:lstStyle>
            <a:lvl1pPr lvl="0" rtl="0">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a:endParaRPr/>
          </a:p>
        </p:txBody>
      </p:sp>
      <p:grpSp>
        <p:nvGrpSpPr>
          <p:cNvPr id="1238" name="Google Shape;1238;p24"/>
          <p:cNvGrpSpPr/>
          <p:nvPr/>
        </p:nvGrpSpPr>
        <p:grpSpPr>
          <a:xfrm>
            <a:off x="-7" y="167200"/>
            <a:ext cx="8952584" cy="4904836"/>
            <a:chOff x="-7" y="167200"/>
            <a:chExt cx="8952584" cy="4904836"/>
          </a:xfrm>
        </p:grpSpPr>
        <p:grpSp>
          <p:nvGrpSpPr>
            <p:cNvPr id="1239" name="Google Shape;1239;p24"/>
            <p:cNvGrpSpPr/>
            <p:nvPr/>
          </p:nvGrpSpPr>
          <p:grpSpPr>
            <a:xfrm>
              <a:off x="-7" y="167200"/>
              <a:ext cx="8952584" cy="4746443"/>
              <a:chOff x="-7" y="167200"/>
              <a:chExt cx="8952584" cy="4746443"/>
            </a:xfrm>
          </p:grpSpPr>
          <p:grpSp>
            <p:nvGrpSpPr>
              <p:cNvPr id="1240" name="Google Shape;1240;p24"/>
              <p:cNvGrpSpPr/>
              <p:nvPr/>
            </p:nvGrpSpPr>
            <p:grpSpPr>
              <a:xfrm>
                <a:off x="-7" y="167200"/>
                <a:ext cx="1266969" cy="226225"/>
                <a:chOff x="-7" y="167200"/>
                <a:chExt cx="1266969" cy="226225"/>
              </a:xfrm>
            </p:grpSpPr>
            <p:sp>
              <p:nvSpPr>
                <p:cNvPr id="1241" name="Google Shape;1241;p24"/>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4"/>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3" name="Google Shape;1243;p24"/>
              <p:cNvGrpSpPr/>
              <p:nvPr/>
            </p:nvGrpSpPr>
            <p:grpSpPr>
              <a:xfrm>
                <a:off x="7519182" y="245168"/>
                <a:ext cx="1433395" cy="4668474"/>
                <a:chOff x="7519182" y="245168"/>
                <a:chExt cx="1433395" cy="4668474"/>
              </a:xfrm>
            </p:grpSpPr>
            <p:sp>
              <p:nvSpPr>
                <p:cNvPr id="1244" name="Google Shape;1244;p24"/>
                <p:cNvSpPr/>
                <p:nvPr/>
              </p:nvSpPr>
              <p:spPr>
                <a:xfrm>
                  <a:off x="8593476" y="4554701"/>
                  <a:ext cx="359101" cy="358941"/>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4"/>
                <p:cNvSpPr/>
                <p:nvPr/>
              </p:nvSpPr>
              <p:spPr>
                <a:xfrm>
                  <a:off x="7519182" y="245168"/>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6" name="Google Shape;1246;p24"/>
            <p:cNvGrpSpPr/>
            <p:nvPr/>
          </p:nvGrpSpPr>
          <p:grpSpPr>
            <a:xfrm flipH="1">
              <a:off x="8195652" y="4784989"/>
              <a:ext cx="291257" cy="287046"/>
              <a:chOff x="5456048" y="1794743"/>
              <a:chExt cx="178248" cy="175682"/>
            </a:xfrm>
          </p:grpSpPr>
          <p:sp>
            <p:nvSpPr>
              <p:cNvPr id="1247" name="Google Shape;1247;p24"/>
              <p:cNvSpPr/>
              <p:nvPr/>
            </p:nvSpPr>
            <p:spPr>
              <a:xfrm>
                <a:off x="5456048" y="1794743"/>
                <a:ext cx="178248" cy="175682"/>
              </a:xfrm>
              <a:custGeom>
                <a:avLst/>
                <a:gdLst/>
                <a:ahLst/>
                <a:cxnLst/>
                <a:rect l="l" t="t" r="r" b="b"/>
                <a:pathLst>
                  <a:path w="1806" h="1780" extrusionOk="0">
                    <a:moveTo>
                      <a:pt x="277" y="0"/>
                    </a:moveTo>
                    <a:lnTo>
                      <a:pt x="1" y="276"/>
                    </a:lnTo>
                    <a:lnTo>
                      <a:pt x="1530" y="1780"/>
                    </a:lnTo>
                    <a:lnTo>
                      <a:pt x="1805" y="1504"/>
                    </a:lnTo>
                    <a:lnTo>
                      <a:pt x="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4"/>
              <p:cNvSpPr/>
              <p:nvPr/>
            </p:nvSpPr>
            <p:spPr>
              <a:xfrm>
                <a:off x="5456048" y="1794743"/>
                <a:ext cx="178248" cy="175682"/>
              </a:xfrm>
              <a:custGeom>
                <a:avLst/>
                <a:gdLst/>
                <a:ahLst/>
                <a:cxnLst/>
                <a:rect l="l" t="t" r="r" b="b"/>
                <a:pathLst>
                  <a:path w="1806" h="1780" extrusionOk="0">
                    <a:moveTo>
                      <a:pt x="1505" y="0"/>
                    </a:moveTo>
                    <a:lnTo>
                      <a:pt x="1" y="1504"/>
                    </a:lnTo>
                    <a:lnTo>
                      <a:pt x="302" y="1780"/>
                    </a:lnTo>
                    <a:lnTo>
                      <a:pt x="1805" y="276"/>
                    </a:lnTo>
                    <a:lnTo>
                      <a:pt x="15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05"/>
        <p:cNvGrpSpPr/>
        <p:nvPr/>
      </p:nvGrpSpPr>
      <p:grpSpPr>
        <a:xfrm>
          <a:off x="0" y="0"/>
          <a:ext cx="0" cy="0"/>
          <a:chOff x="0" y="0"/>
          <a:chExt cx="0" cy="0"/>
        </a:xfrm>
      </p:grpSpPr>
      <p:grpSp>
        <p:nvGrpSpPr>
          <p:cNvPr id="1306" name="Google Shape;1306;p26"/>
          <p:cNvGrpSpPr/>
          <p:nvPr/>
        </p:nvGrpSpPr>
        <p:grpSpPr>
          <a:xfrm flipH="1">
            <a:off x="0" y="-161849"/>
            <a:ext cx="9144000" cy="5467198"/>
            <a:chOff x="0" y="-171451"/>
            <a:chExt cx="9144000" cy="5467198"/>
          </a:xfrm>
        </p:grpSpPr>
        <p:grpSp>
          <p:nvGrpSpPr>
            <p:cNvPr id="1307" name="Google Shape;1307;p26"/>
            <p:cNvGrpSpPr/>
            <p:nvPr/>
          </p:nvGrpSpPr>
          <p:grpSpPr>
            <a:xfrm>
              <a:off x="0" y="135850"/>
              <a:ext cx="9144000" cy="4654700"/>
              <a:chOff x="12075" y="212050"/>
              <a:chExt cx="9144000" cy="4654700"/>
            </a:xfrm>
          </p:grpSpPr>
          <p:grpSp>
            <p:nvGrpSpPr>
              <p:cNvPr id="1308" name="Google Shape;1308;p26"/>
              <p:cNvGrpSpPr/>
              <p:nvPr/>
            </p:nvGrpSpPr>
            <p:grpSpPr>
              <a:xfrm>
                <a:off x="12075" y="212050"/>
                <a:ext cx="9144000" cy="1396425"/>
                <a:chOff x="12075" y="212050"/>
                <a:chExt cx="9144000" cy="1396425"/>
              </a:xfrm>
            </p:grpSpPr>
            <p:cxnSp>
              <p:nvCxnSpPr>
                <p:cNvPr id="1309" name="Google Shape;1309;p26"/>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10" name="Google Shape;1310;p26"/>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11" name="Google Shape;1311;p26"/>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12" name="Google Shape;1312;p26"/>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13" name="Google Shape;1313;p26"/>
              <p:cNvGrpSpPr/>
              <p:nvPr/>
            </p:nvGrpSpPr>
            <p:grpSpPr>
              <a:xfrm>
                <a:off x="12075" y="2073925"/>
                <a:ext cx="9144000" cy="1396425"/>
                <a:chOff x="12075" y="212050"/>
                <a:chExt cx="9144000" cy="1396425"/>
              </a:xfrm>
            </p:grpSpPr>
            <p:cxnSp>
              <p:nvCxnSpPr>
                <p:cNvPr id="1314" name="Google Shape;1314;p26"/>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15" name="Google Shape;1315;p26"/>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16" name="Google Shape;1316;p26"/>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17" name="Google Shape;1317;p26"/>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18" name="Google Shape;1318;p26"/>
              <p:cNvGrpSpPr/>
              <p:nvPr/>
            </p:nvGrpSpPr>
            <p:grpSpPr>
              <a:xfrm>
                <a:off x="12075" y="3935800"/>
                <a:ext cx="9144000" cy="930950"/>
                <a:chOff x="12075" y="212050"/>
                <a:chExt cx="9144000" cy="930950"/>
              </a:xfrm>
            </p:grpSpPr>
            <p:cxnSp>
              <p:nvCxnSpPr>
                <p:cNvPr id="1319" name="Google Shape;1319;p26"/>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20" name="Google Shape;1320;p26"/>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21" name="Google Shape;1321;p26"/>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1322" name="Google Shape;1322;p26"/>
            <p:cNvGrpSpPr/>
            <p:nvPr/>
          </p:nvGrpSpPr>
          <p:grpSpPr>
            <a:xfrm>
              <a:off x="213575" y="-171451"/>
              <a:ext cx="8855100" cy="5467198"/>
              <a:chOff x="213575" y="-171451"/>
              <a:chExt cx="8855100" cy="5467198"/>
            </a:xfrm>
          </p:grpSpPr>
          <p:grpSp>
            <p:nvGrpSpPr>
              <p:cNvPr id="1323" name="Google Shape;1323;p26"/>
              <p:cNvGrpSpPr/>
              <p:nvPr/>
            </p:nvGrpSpPr>
            <p:grpSpPr>
              <a:xfrm rot="5400000">
                <a:off x="-192674" y="234798"/>
                <a:ext cx="5467198" cy="4654700"/>
                <a:chOff x="12075" y="444775"/>
                <a:chExt cx="9144000" cy="4654700"/>
              </a:xfrm>
            </p:grpSpPr>
            <p:grpSp>
              <p:nvGrpSpPr>
                <p:cNvPr id="1324" name="Google Shape;1324;p26"/>
                <p:cNvGrpSpPr/>
                <p:nvPr/>
              </p:nvGrpSpPr>
              <p:grpSpPr>
                <a:xfrm>
                  <a:off x="12075" y="444775"/>
                  <a:ext cx="9144000" cy="1396425"/>
                  <a:chOff x="12075" y="444775"/>
                  <a:chExt cx="9144000" cy="1396425"/>
                </a:xfrm>
              </p:grpSpPr>
              <p:cxnSp>
                <p:nvCxnSpPr>
                  <p:cNvPr id="1325" name="Google Shape;1325;p26"/>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26" name="Google Shape;1326;p26"/>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27" name="Google Shape;1327;p26"/>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28" name="Google Shape;1328;p26"/>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29" name="Google Shape;1329;p26"/>
                <p:cNvGrpSpPr/>
                <p:nvPr/>
              </p:nvGrpSpPr>
              <p:grpSpPr>
                <a:xfrm>
                  <a:off x="12075" y="2306650"/>
                  <a:ext cx="9144000" cy="1396425"/>
                  <a:chOff x="12075" y="444775"/>
                  <a:chExt cx="9144000" cy="1396425"/>
                </a:xfrm>
              </p:grpSpPr>
              <p:cxnSp>
                <p:nvCxnSpPr>
                  <p:cNvPr id="1330" name="Google Shape;1330;p26"/>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31" name="Google Shape;1331;p26"/>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32" name="Google Shape;1332;p26"/>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33" name="Google Shape;1333;p26"/>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34" name="Google Shape;1334;p26"/>
                <p:cNvGrpSpPr/>
                <p:nvPr/>
              </p:nvGrpSpPr>
              <p:grpSpPr>
                <a:xfrm>
                  <a:off x="12075" y="4168525"/>
                  <a:ext cx="9144000" cy="930950"/>
                  <a:chOff x="12075" y="444775"/>
                  <a:chExt cx="9144000" cy="930950"/>
                </a:xfrm>
              </p:grpSpPr>
              <p:cxnSp>
                <p:nvCxnSpPr>
                  <p:cNvPr id="1335" name="Google Shape;1335;p26"/>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36" name="Google Shape;1336;p26"/>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37" name="Google Shape;1337;p26"/>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1338" name="Google Shape;1338;p26"/>
              <p:cNvGrpSpPr/>
              <p:nvPr/>
            </p:nvGrpSpPr>
            <p:grpSpPr>
              <a:xfrm rot="5400000">
                <a:off x="4473201" y="700273"/>
                <a:ext cx="5467198" cy="3723750"/>
                <a:chOff x="12075" y="1375725"/>
                <a:chExt cx="9144000" cy="3723750"/>
              </a:xfrm>
            </p:grpSpPr>
            <p:grpSp>
              <p:nvGrpSpPr>
                <p:cNvPr id="1339" name="Google Shape;1339;p26"/>
                <p:cNvGrpSpPr/>
                <p:nvPr/>
              </p:nvGrpSpPr>
              <p:grpSpPr>
                <a:xfrm>
                  <a:off x="12075" y="1375725"/>
                  <a:ext cx="9144000" cy="465475"/>
                  <a:chOff x="12075" y="1375725"/>
                  <a:chExt cx="9144000" cy="465475"/>
                </a:xfrm>
              </p:grpSpPr>
              <p:cxnSp>
                <p:nvCxnSpPr>
                  <p:cNvPr id="1340" name="Google Shape;1340;p26"/>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41" name="Google Shape;1341;p26"/>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42" name="Google Shape;1342;p26"/>
                <p:cNvGrpSpPr/>
                <p:nvPr/>
              </p:nvGrpSpPr>
              <p:grpSpPr>
                <a:xfrm>
                  <a:off x="12075" y="2306650"/>
                  <a:ext cx="9144000" cy="1396425"/>
                  <a:chOff x="12075" y="444775"/>
                  <a:chExt cx="9144000" cy="1396425"/>
                </a:xfrm>
              </p:grpSpPr>
              <p:cxnSp>
                <p:nvCxnSpPr>
                  <p:cNvPr id="1343" name="Google Shape;1343;p26"/>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44" name="Google Shape;1344;p26"/>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45" name="Google Shape;1345;p26"/>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46" name="Google Shape;1346;p26"/>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47" name="Google Shape;1347;p26"/>
                <p:cNvGrpSpPr/>
                <p:nvPr/>
              </p:nvGrpSpPr>
              <p:grpSpPr>
                <a:xfrm>
                  <a:off x="12075" y="4168525"/>
                  <a:ext cx="9144000" cy="930950"/>
                  <a:chOff x="12075" y="444775"/>
                  <a:chExt cx="9144000" cy="930950"/>
                </a:xfrm>
              </p:grpSpPr>
              <p:cxnSp>
                <p:nvCxnSpPr>
                  <p:cNvPr id="1348" name="Google Shape;1348;p26"/>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49" name="Google Shape;1349;p26"/>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50" name="Google Shape;1350;p26"/>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51"/>
        <p:cNvGrpSpPr/>
        <p:nvPr/>
      </p:nvGrpSpPr>
      <p:grpSpPr>
        <a:xfrm>
          <a:off x="0" y="0"/>
          <a:ext cx="0" cy="0"/>
          <a:chOff x="0" y="0"/>
          <a:chExt cx="0" cy="0"/>
        </a:xfrm>
      </p:grpSpPr>
      <p:grpSp>
        <p:nvGrpSpPr>
          <p:cNvPr id="1352" name="Google Shape;1352;p27"/>
          <p:cNvGrpSpPr/>
          <p:nvPr/>
        </p:nvGrpSpPr>
        <p:grpSpPr>
          <a:xfrm flipH="1">
            <a:off x="0" y="-161849"/>
            <a:ext cx="9144000" cy="5467198"/>
            <a:chOff x="0" y="-171451"/>
            <a:chExt cx="9144000" cy="5467198"/>
          </a:xfrm>
        </p:grpSpPr>
        <p:grpSp>
          <p:nvGrpSpPr>
            <p:cNvPr id="1353" name="Google Shape;1353;p27"/>
            <p:cNvGrpSpPr/>
            <p:nvPr/>
          </p:nvGrpSpPr>
          <p:grpSpPr>
            <a:xfrm>
              <a:off x="0" y="135850"/>
              <a:ext cx="9144000" cy="4654700"/>
              <a:chOff x="12075" y="212050"/>
              <a:chExt cx="9144000" cy="4654700"/>
            </a:xfrm>
          </p:grpSpPr>
          <p:grpSp>
            <p:nvGrpSpPr>
              <p:cNvPr id="1354" name="Google Shape;1354;p27"/>
              <p:cNvGrpSpPr/>
              <p:nvPr/>
            </p:nvGrpSpPr>
            <p:grpSpPr>
              <a:xfrm>
                <a:off x="12075" y="212050"/>
                <a:ext cx="9144000" cy="1396425"/>
                <a:chOff x="12075" y="212050"/>
                <a:chExt cx="9144000" cy="1396425"/>
              </a:xfrm>
            </p:grpSpPr>
            <p:cxnSp>
              <p:nvCxnSpPr>
                <p:cNvPr id="1355" name="Google Shape;1355;p27"/>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56" name="Google Shape;1356;p27"/>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57" name="Google Shape;1357;p27"/>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58" name="Google Shape;1358;p27"/>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59" name="Google Shape;1359;p27"/>
              <p:cNvGrpSpPr/>
              <p:nvPr/>
            </p:nvGrpSpPr>
            <p:grpSpPr>
              <a:xfrm>
                <a:off x="12075" y="2073925"/>
                <a:ext cx="9144000" cy="1396425"/>
                <a:chOff x="12075" y="212050"/>
                <a:chExt cx="9144000" cy="1396425"/>
              </a:xfrm>
            </p:grpSpPr>
            <p:cxnSp>
              <p:nvCxnSpPr>
                <p:cNvPr id="1360" name="Google Shape;1360;p27"/>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61" name="Google Shape;1361;p27"/>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62" name="Google Shape;1362;p27"/>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63" name="Google Shape;1363;p27"/>
                <p:cNvCxnSpPr/>
                <p:nvPr/>
              </p:nvCxnSpPr>
              <p:spPr>
                <a:xfrm>
                  <a:off x="12075" y="1608475"/>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64" name="Google Shape;1364;p27"/>
              <p:cNvGrpSpPr/>
              <p:nvPr/>
            </p:nvGrpSpPr>
            <p:grpSpPr>
              <a:xfrm>
                <a:off x="12075" y="3935800"/>
                <a:ext cx="9144000" cy="930950"/>
                <a:chOff x="12075" y="212050"/>
                <a:chExt cx="9144000" cy="930950"/>
              </a:xfrm>
            </p:grpSpPr>
            <p:cxnSp>
              <p:nvCxnSpPr>
                <p:cNvPr id="1365" name="Google Shape;1365;p27"/>
                <p:cNvCxnSpPr/>
                <p:nvPr/>
              </p:nvCxnSpPr>
              <p:spPr>
                <a:xfrm>
                  <a:off x="12075" y="2120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66" name="Google Shape;1366;p27"/>
                <p:cNvCxnSpPr/>
                <p:nvPr/>
              </p:nvCxnSpPr>
              <p:spPr>
                <a:xfrm>
                  <a:off x="12075" y="6775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67" name="Google Shape;1367;p27"/>
                <p:cNvCxnSpPr/>
                <p:nvPr/>
              </p:nvCxnSpPr>
              <p:spPr>
                <a:xfrm>
                  <a:off x="12075" y="1143000"/>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1368" name="Google Shape;1368;p27"/>
            <p:cNvGrpSpPr/>
            <p:nvPr/>
          </p:nvGrpSpPr>
          <p:grpSpPr>
            <a:xfrm>
              <a:off x="213575" y="-171451"/>
              <a:ext cx="8855100" cy="5467198"/>
              <a:chOff x="213575" y="-171451"/>
              <a:chExt cx="8855100" cy="5467198"/>
            </a:xfrm>
          </p:grpSpPr>
          <p:grpSp>
            <p:nvGrpSpPr>
              <p:cNvPr id="1369" name="Google Shape;1369;p27"/>
              <p:cNvGrpSpPr/>
              <p:nvPr/>
            </p:nvGrpSpPr>
            <p:grpSpPr>
              <a:xfrm rot="5400000">
                <a:off x="-192674" y="234798"/>
                <a:ext cx="5467198" cy="4654700"/>
                <a:chOff x="12075" y="444775"/>
                <a:chExt cx="9144000" cy="4654700"/>
              </a:xfrm>
            </p:grpSpPr>
            <p:grpSp>
              <p:nvGrpSpPr>
                <p:cNvPr id="1370" name="Google Shape;1370;p27"/>
                <p:cNvGrpSpPr/>
                <p:nvPr/>
              </p:nvGrpSpPr>
              <p:grpSpPr>
                <a:xfrm>
                  <a:off x="12075" y="444775"/>
                  <a:ext cx="9144000" cy="1396425"/>
                  <a:chOff x="12075" y="444775"/>
                  <a:chExt cx="9144000" cy="1396425"/>
                </a:xfrm>
              </p:grpSpPr>
              <p:cxnSp>
                <p:nvCxnSpPr>
                  <p:cNvPr id="1371" name="Google Shape;1371;p2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72" name="Google Shape;1372;p2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73" name="Google Shape;1373;p2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74" name="Google Shape;1374;p2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75" name="Google Shape;1375;p27"/>
                <p:cNvGrpSpPr/>
                <p:nvPr/>
              </p:nvGrpSpPr>
              <p:grpSpPr>
                <a:xfrm>
                  <a:off x="12075" y="2306650"/>
                  <a:ext cx="9144000" cy="1396425"/>
                  <a:chOff x="12075" y="444775"/>
                  <a:chExt cx="9144000" cy="1396425"/>
                </a:xfrm>
              </p:grpSpPr>
              <p:cxnSp>
                <p:nvCxnSpPr>
                  <p:cNvPr id="1376" name="Google Shape;1376;p2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77" name="Google Shape;1377;p2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78" name="Google Shape;1378;p2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79" name="Google Shape;1379;p2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80" name="Google Shape;1380;p27"/>
                <p:cNvGrpSpPr/>
                <p:nvPr/>
              </p:nvGrpSpPr>
              <p:grpSpPr>
                <a:xfrm>
                  <a:off x="12075" y="4168525"/>
                  <a:ext cx="9144000" cy="930950"/>
                  <a:chOff x="12075" y="444775"/>
                  <a:chExt cx="9144000" cy="930950"/>
                </a:xfrm>
              </p:grpSpPr>
              <p:cxnSp>
                <p:nvCxnSpPr>
                  <p:cNvPr id="1381" name="Google Shape;1381;p2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82" name="Google Shape;1382;p2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83" name="Google Shape;1383;p2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nvGrpSpPr>
              <p:cNvPr id="1384" name="Google Shape;1384;p27"/>
              <p:cNvGrpSpPr/>
              <p:nvPr/>
            </p:nvGrpSpPr>
            <p:grpSpPr>
              <a:xfrm rot="5400000">
                <a:off x="4473201" y="700273"/>
                <a:ext cx="5467198" cy="3723750"/>
                <a:chOff x="12075" y="1375725"/>
                <a:chExt cx="9144000" cy="3723750"/>
              </a:xfrm>
            </p:grpSpPr>
            <p:grpSp>
              <p:nvGrpSpPr>
                <p:cNvPr id="1385" name="Google Shape;1385;p27"/>
                <p:cNvGrpSpPr/>
                <p:nvPr/>
              </p:nvGrpSpPr>
              <p:grpSpPr>
                <a:xfrm>
                  <a:off x="12075" y="1375725"/>
                  <a:ext cx="9144000" cy="465475"/>
                  <a:chOff x="12075" y="1375725"/>
                  <a:chExt cx="9144000" cy="465475"/>
                </a:xfrm>
              </p:grpSpPr>
              <p:cxnSp>
                <p:nvCxnSpPr>
                  <p:cNvPr id="1386" name="Google Shape;1386;p2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87" name="Google Shape;1387;p2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88" name="Google Shape;1388;p27"/>
                <p:cNvGrpSpPr/>
                <p:nvPr/>
              </p:nvGrpSpPr>
              <p:grpSpPr>
                <a:xfrm>
                  <a:off x="12075" y="2306650"/>
                  <a:ext cx="9144000" cy="1396425"/>
                  <a:chOff x="12075" y="444775"/>
                  <a:chExt cx="9144000" cy="1396425"/>
                </a:xfrm>
              </p:grpSpPr>
              <p:cxnSp>
                <p:nvCxnSpPr>
                  <p:cNvPr id="1389" name="Google Shape;1389;p2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90" name="Google Shape;1390;p2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91" name="Google Shape;1391;p2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92" name="Google Shape;1392;p27"/>
                  <p:cNvCxnSpPr/>
                  <p:nvPr/>
                </p:nvCxnSpPr>
                <p:spPr>
                  <a:xfrm>
                    <a:off x="12075" y="1841200"/>
                    <a:ext cx="9144000" cy="0"/>
                  </a:xfrm>
                  <a:prstGeom prst="straightConnector1">
                    <a:avLst/>
                  </a:prstGeom>
                  <a:noFill/>
                  <a:ln w="9525" cap="flat" cmpd="sng">
                    <a:solidFill>
                      <a:schemeClr val="accent4"/>
                    </a:solidFill>
                    <a:prstDash val="solid"/>
                    <a:round/>
                    <a:headEnd type="none" w="med" len="med"/>
                    <a:tailEnd type="none" w="med" len="med"/>
                  </a:ln>
                </p:spPr>
              </p:cxnSp>
            </p:grpSp>
            <p:grpSp>
              <p:nvGrpSpPr>
                <p:cNvPr id="1393" name="Google Shape;1393;p27"/>
                <p:cNvGrpSpPr/>
                <p:nvPr/>
              </p:nvGrpSpPr>
              <p:grpSpPr>
                <a:xfrm>
                  <a:off x="12075" y="4168525"/>
                  <a:ext cx="9144000" cy="930950"/>
                  <a:chOff x="12075" y="444775"/>
                  <a:chExt cx="9144000" cy="930950"/>
                </a:xfrm>
              </p:grpSpPr>
              <p:cxnSp>
                <p:nvCxnSpPr>
                  <p:cNvPr id="1394" name="Google Shape;1394;p27"/>
                  <p:cNvCxnSpPr/>
                  <p:nvPr/>
                </p:nvCxnSpPr>
                <p:spPr>
                  <a:xfrm>
                    <a:off x="12075" y="444775"/>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95" name="Google Shape;1395;p27"/>
                  <p:cNvCxnSpPr/>
                  <p:nvPr/>
                </p:nvCxnSpPr>
                <p:spPr>
                  <a:xfrm>
                    <a:off x="12075" y="910250"/>
                    <a:ext cx="9144000" cy="0"/>
                  </a:xfrm>
                  <a:prstGeom prst="straightConnector1">
                    <a:avLst/>
                  </a:prstGeom>
                  <a:noFill/>
                  <a:ln w="9525" cap="flat" cmpd="sng">
                    <a:solidFill>
                      <a:schemeClr val="accent4"/>
                    </a:solidFill>
                    <a:prstDash val="solid"/>
                    <a:round/>
                    <a:headEnd type="none" w="med" len="med"/>
                    <a:tailEnd type="none" w="med" len="med"/>
                  </a:ln>
                </p:spPr>
              </p:cxnSp>
              <p:cxnSp>
                <p:nvCxnSpPr>
                  <p:cNvPr id="1396" name="Google Shape;1396;p27"/>
                  <p:cNvCxnSpPr/>
                  <p:nvPr/>
                </p:nvCxnSpPr>
                <p:spPr>
                  <a:xfrm>
                    <a:off x="12075" y="1375725"/>
                    <a:ext cx="9144000" cy="0"/>
                  </a:xfrm>
                  <a:prstGeom prst="straightConnector1">
                    <a:avLst/>
                  </a:prstGeom>
                  <a:noFill/>
                  <a:ln w="9525" cap="flat" cmpd="sng">
                    <a:solidFill>
                      <a:schemeClr val="accent4"/>
                    </a:solidFill>
                    <a:prstDash val="solid"/>
                    <a:round/>
                    <a:headEnd type="none" w="med" len="med"/>
                    <a:tailEnd type="none" w="med" len="med"/>
                  </a:ln>
                </p:spPr>
              </p:cxnSp>
            </p:grpSp>
          </p:grpSp>
        </p:grpSp>
      </p:grpSp>
      <p:grpSp>
        <p:nvGrpSpPr>
          <p:cNvPr id="1397" name="Google Shape;1397;p27"/>
          <p:cNvGrpSpPr/>
          <p:nvPr/>
        </p:nvGrpSpPr>
        <p:grpSpPr>
          <a:xfrm flipH="1">
            <a:off x="191418" y="167200"/>
            <a:ext cx="8952587" cy="4867172"/>
            <a:chOff x="-7" y="167200"/>
            <a:chExt cx="8952587" cy="4867172"/>
          </a:xfrm>
        </p:grpSpPr>
        <p:grpSp>
          <p:nvGrpSpPr>
            <p:cNvPr id="1398" name="Google Shape;1398;p27"/>
            <p:cNvGrpSpPr/>
            <p:nvPr/>
          </p:nvGrpSpPr>
          <p:grpSpPr>
            <a:xfrm>
              <a:off x="7519182" y="4467918"/>
              <a:ext cx="1433398" cy="566454"/>
              <a:chOff x="7519182" y="4467918"/>
              <a:chExt cx="1433398" cy="566454"/>
            </a:xfrm>
          </p:grpSpPr>
          <p:sp>
            <p:nvSpPr>
              <p:cNvPr id="1399" name="Google Shape;1399;p27"/>
              <p:cNvSpPr/>
              <p:nvPr/>
            </p:nvSpPr>
            <p:spPr>
              <a:xfrm>
                <a:off x="8561631" y="4643609"/>
                <a:ext cx="390949" cy="390763"/>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7"/>
              <p:cNvSpPr/>
              <p:nvPr/>
            </p:nvSpPr>
            <p:spPr>
              <a:xfrm>
                <a:off x="7519182" y="4467918"/>
                <a:ext cx="1074296" cy="175676"/>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27"/>
            <p:cNvGrpSpPr/>
            <p:nvPr/>
          </p:nvGrpSpPr>
          <p:grpSpPr>
            <a:xfrm>
              <a:off x="-7" y="167200"/>
              <a:ext cx="1266969" cy="226225"/>
              <a:chOff x="-7" y="167200"/>
              <a:chExt cx="1266969" cy="226225"/>
            </a:xfrm>
          </p:grpSpPr>
          <p:sp>
            <p:nvSpPr>
              <p:cNvPr id="1402" name="Google Shape;1402;p27"/>
              <p:cNvSpPr/>
              <p:nvPr/>
            </p:nvSpPr>
            <p:spPr>
              <a:xfrm>
                <a:off x="-7" y="167200"/>
                <a:ext cx="1266969" cy="50339"/>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7"/>
              <p:cNvSpPr/>
              <p:nvPr/>
            </p:nvSpPr>
            <p:spPr>
              <a:xfrm>
                <a:off x="0" y="338072"/>
                <a:ext cx="698969" cy="55352"/>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04" name="Google Shape;1404;p27"/>
          <p:cNvSpPr/>
          <p:nvPr/>
        </p:nvSpPr>
        <p:spPr>
          <a:xfrm>
            <a:off x="8636475" y="4719725"/>
            <a:ext cx="377400" cy="377400"/>
          </a:xfrm>
          <a:prstGeom prst="mathMultiply">
            <a:avLst>
              <a:gd name="adj1" fmla="val 16276"/>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tillium Web"/>
              <a:ea typeface="Titillium Web"/>
              <a:cs typeface="Titillium Web"/>
              <a:sym typeface="Titillium Web"/>
            </a:endParaRPr>
          </a:p>
        </p:txBody>
      </p:sp>
      <p:sp>
        <p:nvSpPr>
          <p:cNvPr id="1405" name="Google Shape;1405;p27"/>
          <p:cNvSpPr/>
          <p:nvPr/>
        </p:nvSpPr>
        <p:spPr>
          <a:xfrm>
            <a:off x="141850" y="450475"/>
            <a:ext cx="377400" cy="377400"/>
          </a:xfrm>
          <a:prstGeom prst="mathMultiply">
            <a:avLst>
              <a:gd name="adj1" fmla="val 16276"/>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Titillium Web"/>
              <a:ea typeface="Titillium Web"/>
              <a:cs typeface="Titillium Web"/>
              <a:sym typeface="Titillium Web"/>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1pPr>
            <a:lvl2pPr lvl="1"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2pPr>
            <a:lvl3pPr lvl="2"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3pPr>
            <a:lvl4pPr lvl="3"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4pPr>
            <a:lvl5pPr lvl="4"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5pPr>
            <a:lvl6pPr lvl="5"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6pPr>
            <a:lvl7pPr lvl="6"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7pPr>
            <a:lvl8pPr lvl="7"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8pPr>
            <a:lvl9pPr lvl="8" algn="ctr" rtl="0">
              <a:spcBef>
                <a:spcPts val="0"/>
              </a:spcBef>
              <a:spcAft>
                <a:spcPts val="0"/>
              </a:spcAft>
              <a:buClr>
                <a:schemeClr val="dk1"/>
              </a:buClr>
              <a:buSzPts val="3500"/>
              <a:buFont typeface="Barlow Semi Condensed"/>
              <a:buNone/>
              <a:defRPr sz="3500" b="1">
                <a:solidFill>
                  <a:schemeClr val="dk1"/>
                </a:solidFill>
                <a:latin typeface="Barlow Semi Condensed"/>
                <a:ea typeface="Barlow Semi Condensed"/>
                <a:cs typeface="Barlow Semi Condensed"/>
                <a:sym typeface="Barlow Semi Condense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1pPr>
            <a:lvl2pPr marL="914400" lvl="1"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2pPr>
            <a:lvl3pPr marL="1371600" lvl="2"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3pPr>
            <a:lvl4pPr marL="1828800" lvl="3"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4pPr>
            <a:lvl5pPr marL="2286000" lvl="4"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5pPr>
            <a:lvl6pPr marL="2743200" lvl="5"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6pPr>
            <a:lvl7pPr marL="3200400" lvl="6"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7pPr>
            <a:lvl8pPr marL="3657600" lvl="7"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8pPr>
            <a:lvl9pPr marL="4114800" lvl="8" indent="-3175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8" r:id="rId5"/>
    <p:sldLayoutId id="2147483659" r:id="rId6"/>
    <p:sldLayoutId id="2147483661" r:id="rId7"/>
    <p:sldLayoutId id="2147483665" r:id="rId8"/>
    <p:sldLayoutId id="2147483670" r:id="rId9"/>
    <p:sldLayoutId id="2147483672" r:id="rId10"/>
    <p:sldLayoutId id="2147483673"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5"/>
        <p:cNvGrpSpPr/>
        <p:nvPr/>
      </p:nvGrpSpPr>
      <p:grpSpPr>
        <a:xfrm>
          <a:off x="0" y="0"/>
          <a:ext cx="0" cy="0"/>
          <a:chOff x="0" y="0"/>
          <a:chExt cx="0" cy="0"/>
        </a:xfrm>
      </p:grpSpPr>
      <p:sp>
        <p:nvSpPr>
          <p:cNvPr id="1416" name="Google Shape;1416;p31"/>
          <p:cNvSpPr txBox="1">
            <a:spLocks noGrp="1"/>
          </p:cNvSpPr>
          <p:nvPr>
            <p:ph type="ctrTitle"/>
          </p:nvPr>
        </p:nvSpPr>
        <p:spPr>
          <a:xfrm>
            <a:off x="713225" y="820500"/>
            <a:ext cx="4035600" cy="274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PH" dirty="0"/>
              <a:t>Technology Trends Analysis Report</a:t>
            </a:r>
            <a:endParaRPr dirty="0"/>
          </a:p>
        </p:txBody>
      </p:sp>
      <p:sp>
        <p:nvSpPr>
          <p:cNvPr id="1417" name="Google Shape;1417;p31"/>
          <p:cNvSpPr txBox="1">
            <a:spLocks noGrp="1"/>
          </p:cNvSpPr>
          <p:nvPr>
            <p:ph type="subTitle" idx="1"/>
          </p:nvPr>
        </p:nvSpPr>
        <p:spPr>
          <a:xfrm>
            <a:off x="713225" y="3569942"/>
            <a:ext cx="4035600" cy="801256"/>
          </a:xfrm>
          <a:prstGeom prst="rect">
            <a:avLst/>
          </a:prstGeom>
        </p:spPr>
        <p:txBody>
          <a:bodyPr spcFirstLastPara="1" wrap="square" lIns="91425" tIns="91425" rIns="91425" bIns="91425" anchor="ctr" anchorCtr="0">
            <a:noAutofit/>
          </a:bodyPr>
          <a:lstStyle/>
          <a:p>
            <a:r>
              <a:rPr lang="en-PH" dirty="0"/>
              <a:t>Mark Cris Marqueses</a:t>
            </a:r>
          </a:p>
          <a:p>
            <a:r>
              <a:rPr lang="en-PH" dirty="0"/>
              <a:t>IBM Data Analyst Capstone Project</a:t>
            </a:r>
          </a:p>
          <a:p>
            <a:r>
              <a:rPr lang="en-PH" dirty="0"/>
              <a:t>2025</a:t>
            </a:r>
          </a:p>
        </p:txBody>
      </p:sp>
      <p:grpSp>
        <p:nvGrpSpPr>
          <p:cNvPr id="1418" name="Google Shape;1418;p31"/>
          <p:cNvGrpSpPr/>
          <p:nvPr/>
        </p:nvGrpSpPr>
        <p:grpSpPr>
          <a:xfrm>
            <a:off x="5235950" y="1048200"/>
            <a:ext cx="3285066" cy="3286950"/>
            <a:chOff x="5235950" y="859675"/>
            <a:chExt cx="3285066" cy="3286950"/>
          </a:xfrm>
        </p:grpSpPr>
        <p:sp>
          <p:nvSpPr>
            <p:cNvPr id="1419" name="Google Shape;1419;p31"/>
            <p:cNvSpPr/>
            <p:nvPr/>
          </p:nvSpPr>
          <p:spPr>
            <a:xfrm>
              <a:off x="5478353" y="2905396"/>
              <a:ext cx="2070476" cy="1119822"/>
            </a:xfrm>
            <a:custGeom>
              <a:avLst/>
              <a:gdLst/>
              <a:ahLst/>
              <a:cxnLst/>
              <a:rect l="l" t="t" r="r" b="b"/>
              <a:pathLst>
                <a:path w="20978" h="11346" extrusionOk="0">
                  <a:moveTo>
                    <a:pt x="3108" y="1"/>
                  </a:moveTo>
                  <a:lnTo>
                    <a:pt x="0" y="903"/>
                  </a:lnTo>
                  <a:cubicBezTo>
                    <a:pt x="1821" y="7235"/>
                    <a:pt x="7589" y="11346"/>
                    <a:pt x="13861" y="11346"/>
                  </a:cubicBezTo>
                  <a:cubicBezTo>
                    <a:pt x="15185" y="11346"/>
                    <a:pt x="16533" y="11162"/>
                    <a:pt x="17870" y="10778"/>
                  </a:cubicBezTo>
                  <a:cubicBezTo>
                    <a:pt x="18973" y="10477"/>
                    <a:pt x="20026" y="10026"/>
                    <a:pt x="20978" y="9474"/>
                  </a:cubicBezTo>
                  <a:lnTo>
                    <a:pt x="19399" y="6667"/>
                  </a:lnTo>
                  <a:cubicBezTo>
                    <a:pt x="18647" y="7093"/>
                    <a:pt x="17845" y="7419"/>
                    <a:pt x="16968" y="7670"/>
                  </a:cubicBezTo>
                  <a:cubicBezTo>
                    <a:pt x="15927" y="7973"/>
                    <a:pt x="14877" y="8117"/>
                    <a:pt x="13844" y="8117"/>
                  </a:cubicBezTo>
                  <a:cubicBezTo>
                    <a:pt x="8987" y="8117"/>
                    <a:pt x="4514" y="4920"/>
                    <a:pt x="3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1"/>
            <p:cNvSpPr/>
            <p:nvPr/>
          </p:nvSpPr>
          <p:spPr>
            <a:xfrm>
              <a:off x="5686114" y="1163962"/>
              <a:ext cx="1100872" cy="1100872"/>
            </a:xfrm>
            <a:custGeom>
              <a:avLst/>
              <a:gdLst/>
              <a:ahLst/>
              <a:cxnLst/>
              <a:rect l="l" t="t" r="r" b="b"/>
              <a:pathLst>
                <a:path w="11154" h="11154" extrusionOk="0">
                  <a:moveTo>
                    <a:pt x="11154" y="0"/>
                  </a:moveTo>
                  <a:cubicBezTo>
                    <a:pt x="4988" y="0"/>
                    <a:pt x="1" y="4988"/>
                    <a:pt x="1" y="11153"/>
                  </a:cubicBezTo>
                  <a:lnTo>
                    <a:pt x="11154" y="11153"/>
                  </a:lnTo>
                  <a:lnTo>
                    <a:pt x="111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1"/>
            <p:cNvSpPr/>
            <p:nvPr/>
          </p:nvSpPr>
          <p:spPr>
            <a:xfrm>
              <a:off x="5767738" y="1260390"/>
              <a:ext cx="2308041" cy="2310508"/>
            </a:xfrm>
            <a:custGeom>
              <a:avLst/>
              <a:gdLst/>
              <a:ahLst/>
              <a:cxnLst/>
              <a:rect l="l" t="t" r="r" b="b"/>
              <a:pathLst>
                <a:path w="23385" h="23410" extrusionOk="0">
                  <a:moveTo>
                    <a:pt x="11680" y="1"/>
                  </a:moveTo>
                  <a:lnTo>
                    <a:pt x="11680" y="11705"/>
                  </a:lnTo>
                  <a:lnTo>
                    <a:pt x="1" y="11705"/>
                  </a:lnTo>
                  <a:cubicBezTo>
                    <a:pt x="1" y="18171"/>
                    <a:pt x="5239" y="23409"/>
                    <a:pt x="11680" y="23409"/>
                  </a:cubicBezTo>
                  <a:cubicBezTo>
                    <a:pt x="18146" y="23409"/>
                    <a:pt x="23384" y="18171"/>
                    <a:pt x="23384" y="11705"/>
                  </a:cubicBezTo>
                  <a:cubicBezTo>
                    <a:pt x="23384" y="5239"/>
                    <a:pt x="18146" y="1"/>
                    <a:pt x="116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1"/>
            <p:cNvSpPr/>
            <p:nvPr/>
          </p:nvSpPr>
          <p:spPr>
            <a:xfrm>
              <a:off x="6895764" y="2413187"/>
              <a:ext cx="1625252" cy="1115677"/>
            </a:xfrm>
            <a:custGeom>
              <a:avLst/>
              <a:gdLst/>
              <a:ahLst/>
              <a:cxnLst/>
              <a:rect l="l" t="t" r="r" b="b"/>
              <a:pathLst>
                <a:path w="16467" h="11304" extrusionOk="0">
                  <a:moveTo>
                    <a:pt x="1529" y="827"/>
                  </a:moveTo>
                  <a:lnTo>
                    <a:pt x="15965" y="4612"/>
                  </a:lnTo>
                  <a:cubicBezTo>
                    <a:pt x="15339" y="6742"/>
                    <a:pt x="14286" y="8672"/>
                    <a:pt x="12883" y="10401"/>
                  </a:cubicBezTo>
                  <a:cubicBezTo>
                    <a:pt x="12782" y="10526"/>
                    <a:pt x="12682" y="10627"/>
                    <a:pt x="12582" y="10727"/>
                  </a:cubicBezTo>
                  <a:lnTo>
                    <a:pt x="1529" y="827"/>
                  </a:lnTo>
                  <a:close/>
                  <a:moveTo>
                    <a:pt x="0" y="0"/>
                  </a:moveTo>
                  <a:lnTo>
                    <a:pt x="12632" y="11303"/>
                  </a:lnTo>
                  <a:lnTo>
                    <a:pt x="12757" y="11153"/>
                  </a:lnTo>
                  <a:cubicBezTo>
                    <a:pt x="12908" y="11003"/>
                    <a:pt x="13058" y="10827"/>
                    <a:pt x="13183" y="10677"/>
                  </a:cubicBezTo>
                  <a:cubicBezTo>
                    <a:pt x="14687" y="8847"/>
                    <a:pt x="15790" y="6767"/>
                    <a:pt x="16417" y="4511"/>
                  </a:cubicBezTo>
                  <a:lnTo>
                    <a:pt x="16467" y="431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1"/>
            <p:cNvSpPr/>
            <p:nvPr/>
          </p:nvSpPr>
          <p:spPr>
            <a:xfrm>
              <a:off x="5498093" y="2415654"/>
              <a:ext cx="1422527" cy="1241812"/>
            </a:xfrm>
            <a:custGeom>
              <a:avLst/>
              <a:gdLst/>
              <a:ahLst/>
              <a:cxnLst/>
              <a:rect l="l" t="t" r="r" b="b"/>
              <a:pathLst>
                <a:path w="14413" h="12582" extrusionOk="0">
                  <a:moveTo>
                    <a:pt x="14412" y="0"/>
                  </a:moveTo>
                  <a:lnTo>
                    <a:pt x="1" y="2381"/>
                  </a:lnTo>
                  <a:cubicBezTo>
                    <a:pt x="703" y="6717"/>
                    <a:pt x="3334" y="10401"/>
                    <a:pt x="6968" y="12582"/>
                  </a:cubicBezTo>
                  <a:lnTo>
                    <a:pt x="144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1"/>
            <p:cNvSpPr/>
            <p:nvPr/>
          </p:nvSpPr>
          <p:spPr>
            <a:xfrm>
              <a:off x="7232129" y="1549873"/>
              <a:ext cx="178248" cy="175682"/>
            </a:xfrm>
            <a:custGeom>
              <a:avLst/>
              <a:gdLst/>
              <a:ahLst/>
              <a:cxnLst/>
              <a:rect l="l" t="t" r="r" b="b"/>
              <a:pathLst>
                <a:path w="1806" h="1780" extrusionOk="0">
                  <a:moveTo>
                    <a:pt x="277" y="0"/>
                  </a:moveTo>
                  <a:lnTo>
                    <a:pt x="1" y="276"/>
                  </a:lnTo>
                  <a:lnTo>
                    <a:pt x="1505" y="1780"/>
                  </a:lnTo>
                  <a:lnTo>
                    <a:pt x="1805" y="1504"/>
                  </a:lnTo>
                  <a:lnTo>
                    <a:pt x="2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1"/>
            <p:cNvSpPr/>
            <p:nvPr/>
          </p:nvSpPr>
          <p:spPr>
            <a:xfrm>
              <a:off x="7232129" y="1549873"/>
              <a:ext cx="175780" cy="175682"/>
            </a:xfrm>
            <a:custGeom>
              <a:avLst/>
              <a:gdLst/>
              <a:ahLst/>
              <a:cxnLst/>
              <a:rect l="l" t="t" r="r" b="b"/>
              <a:pathLst>
                <a:path w="1781" h="1780" extrusionOk="0">
                  <a:moveTo>
                    <a:pt x="1505" y="0"/>
                  </a:moveTo>
                  <a:lnTo>
                    <a:pt x="1" y="1504"/>
                  </a:lnTo>
                  <a:lnTo>
                    <a:pt x="302" y="1780"/>
                  </a:lnTo>
                  <a:lnTo>
                    <a:pt x="1780" y="276"/>
                  </a:lnTo>
                  <a:lnTo>
                    <a:pt x="15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1"/>
            <p:cNvSpPr/>
            <p:nvPr/>
          </p:nvSpPr>
          <p:spPr>
            <a:xfrm>
              <a:off x="5456048" y="1794743"/>
              <a:ext cx="178248" cy="175682"/>
            </a:xfrm>
            <a:custGeom>
              <a:avLst/>
              <a:gdLst/>
              <a:ahLst/>
              <a:cxnLst/>
              <a:rect l="l" t="t" r="r" b="b"/>
              <a:pathLst>
                <a:path w="1806" h="1780" extrusionOk="0">
                  <a:moveTo>
                    <a:pt x="277" y="0"/>
                  </a:moveTo>
                  <a:lnTo>
                    <a:pt x="1" y="276"/>
                  </a:lnTo>
                  <a:lnTo>
                    <a:pt x="1530" y="1780"/>
                  </a:lnTo>
                  <a:lnTo>
                    <a:pt x="1805" y="1504"/>
                  </a:lnTo>
                  <a:lnTo>
                    <a:pt x="2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1"/>
            <p:cNvSpPr/>
            <p:nvPr/>
          </p:nvSpPr>
          <p:spPr>
            <a:xfrm>
              <a:off x="5456048" y="1794743"/>
              <a:ext cx="178248" cy="175682"/>
            </a:xfrm>
            <a:custGeom>
              <a:avLst/>
              <a:gdLst/>
              <a:ahLst/>
              <a:cxnLst/>
              <a:rect l="l" t="t" r="r" b="b"/>
              <a:pathLst>
                <a:path w="1806" h="1780" extrusionOk="0">
                  <a:moveTo>
                    <a:pt x="1505" y="0"/>
                  </a:moveTo>
                  <a:lnTo>
                    <a:pt x="1" y="1504"/>
                  </a:lnTo>
                  <a:lnTo>
                    <a:pt x="302" y="1780"/>
                  </a:lnTo>
                  <a:lnTo>
                    <a:pt x="1805" y="276"/>
                  </a:lnTo>
                  <a:lnTo>
                    <a:pt x="1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1"/>
            <p:cNvSpPr/>
            <p:nvPr/>
          </p:nvSpPr>
          <p:spPr>
            <a:xfrm>
              <a:off x="6084363" y="998248"/>
              <a:ext cx="207956" cy="207857"/>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rgbClr val="6186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1"/>
            <p:cNvSpPr/>
            <p:nvPr/>
          </p:nvSpPr>
          <p:spPr>
            <a:xfrm>
              <a:off x="6084363" y="998248"/>
              <a:ext cx="207956" cy="207857"/>
            </a:xfrm>
            <a:custGeom>
              <a:avLst/>
              <a:gdLst/>
              <a:ahLst/>
              <a:cxnLst/>
              <a:rect l="l" t="t" r="r" b="b"/>
              <a:pathLst>
                <a:path w="2107" h="2106" extrusionOk="0">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1"/>
            <p:cNvSpPr/>
            <p:nvPr/>
          </p:nvSpPr>
          <p:spPr>
            <a:xfrm>
              <a:off x="8211712" y="2037146"/>
              <a:ext cx="34742" cy="54481"/>
            </a:xfrm>
            <a:custGeom>
              <a:avLst/>
              <a:gdLst/>
              <a:ahLst/>
              <a:cxnLst/>
              <a:rect l="l" t="t" r="r" b="b"/>
              <a:pathLst>
                <a:path w="352" h="552" extrusionOk="0">
                  <a:moveTo>
                    <a:pt x="1" y="0"/>
                  </a:moveTo>
                  <a:lnTo>
                    <a:pt x="1" y="552"/>
                  </a:lnTo>
                  <a:lnTo>
                    <a:pt x="352" y="55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1"/>
            <p:cNvSpPr/>
            <p:nvPr/>
          </p:nvSpPr>
          <p:spPr>
            <a:xfrm>
              <a:off x="8211712" y="2116302"/>
              <a:ext cx="34742" cy="54481"/>
            </a:xfrm>
            <a:custGeom>
              <a:avLst/>
              <a:gdLst/>
              <a:ahLst/>
              <a:cxnLst/>
              <a:rect l="l" t="t" r="r" b="b"/>
              <a:pathLst>
                <a:path w="352" h="552" extrusionOk="0">
                  <a:moveTo>
                    <a:pt x="1" y="0"/>
                  </a:moveTo>
                  <a:lnTo>
                    <a:pt x="1" y="552"/>
                  </a:lnTo>
                  <a:lnTo>
                    <a:pt x="352" y="55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1"/>
            <p:cNvSpPr/>
            <p:nvPr/>
          </p:nvSpPr>
          <p:spPr>
            <a:xfrm>
              <a:off x="8211712" y="2195458"/>
              <a:ext cx="34742" cy="54481"/>
            </a:xfrm>
            <a:custGeom>
              <a:avLst/>
              <a:gdLst/>
              <a:ahLst/>
              <a:cxnLst/>
              <a:rect l="l" t="t" r="r" b="b"/>
              <a:pathLst>
                <a:path w="352" h="552" extrusionOk="0">
                  <a:moveTo>
                    <a:pt x="1" y="1"/>
                  </a:moveTo>
                  <a:lnTo>
                    <a:pt x="1" y="552"/>
                  </a:lnTo>
                  <a:lnTo>
                    <a:pt x="352" y="55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1"/>
            <p:cNvSpPr/>
            <p:nvPr/>
          </p:nvSpPr>
          <p:spPr>
            <a:xfrm>
              <a:off x="8211712" y="2274614"/>
              <a:ext cx="34742" cy="54481"/>
            </a:xfrm>
            <a:custGeom>
              <a:avLst/>
              <a:gdLst/>
              <a:ahLst/>
              <a:cxnLst/>
              <a:rect l="l" t="t" r="r" b="b"/>
              <a:pathLst>
                <a:path w="352" h="552" extrusionOk="0">
                  <a:moveTo>
                    <a:pt x="1" y="1"/>
                  </a:moveTo>
                  <a:lnTo>
                    <a:pt x="1" y="552"/>
                  </a:lnTo>
                  <a:lnTo>
                    <a:pt x="352" y="55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1"/>
            <p:cNvSpPr/>
            <p:nvPr/>
          </p:nvSpPr>
          <p:spPr>
            <a:xfrm>
              <a:off x="8211712" y="2353770"/>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1"/>
            <p:cNvSpPr/>
            <p:nvPr/>
          </p:nvSpPr>
          <p:spPr>
            <a:xfrm>
              <a:off x="8211712" y="2432927"/>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1"/>
            <p:cNvSpPr/>
            <p:nvPr/>
          </p:nvSpPr>
          <p:spPr>
            <a:xfrm>
              <a:off x="8211712" y="2512083"/>
              <a:ext cx="34742" cy="52014"/>
            </a:xfrm>
            <a:custGeom>
              <a:avLst/>
              <a:gdLst/>
              <a:ahLst/>
              <a:cxnLst/>
              <a:rect l="l" t="t" r="r" b="b"/>
              <a:pathLst>
                <a:path w="352" h="527" extrusionOk="0">
                  <a:moveTo>
                    <a:pt x="1" y="1"/>
                  </a:moveTo>
                  <a:lnTo>
                    <a:pt x="1" y="527"/>
                  </a:lnTo>
                  <a:lnTo>
                    <a:pt x="352" y="527"/>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1"/>
            <p:cNvSpPr/>
            <p:nvPr/>
          </p:nvSpPr>
          <p:spPr>
            <a:xfrm>
              <a:off x="6920537" y="859675"/>
              <a:ext cx="1212104" cy="818893"/>
            </a:xfrm>
            <a:custGeom>
              <a:avLst/>
              <a:gdLst/>
              <a:ahLst/>
              <a:cxnLst/>
              <a:rect l="l" t="t" r="r" b="b"/>
              <a:pathLst>
                <a:path w="12281" h="8297" extrusionOk="0">
                  <a:moveTo>
                    <a:pt x="0" y="1"/>
                  </a:moveTo>
                  <a:lnTo>
                    <a:pt x="0" y="2557"/>
                  </a:lnTo>
                  <a:cubicBezTo>
                    <a:pt x="91" y="2555"/>
                    <a:pt x="182" y="2554"/>
                    <a:pt x="272" y="2554"/>
                  </a:cubicBezTo>
                  <a:cubicBezTo>
                    <a:pt x="4545" y="2554"/>
                    <a:pt x="8289" y="4860"/>
                    <a:pt x="10351" y="8296"/>
                  </a:cubicBezTo>
                  <a:lnTo>
                    <a:pt x="12281" y="6492"/>
                  </a:lnTo>
                  <a:cubicBezTo>
                    <a:pt x="9749" y="2532"/>
                    <a:pt x="4988" y="76"/>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1"/>
            <p:cNvSpPr/>
            <p:nvPr/>
          </p:nvSpPr>
          <p:spPr>
            <a:xfrm>
              <a:off x="7734307" y="1826919"/>
              <a:ext cx="623472" cy="24773"/>
            </a:xfrm>
            <a:custGeom>
              <a:avLst/>
              <a:gdLst/>
              <a:ahLst/>
              <a:cxnLst/>
              <a:rect l="l" t="t" r="r" b="b"/>
              <a:pathLst>
                <a:path w="6317" h="251" extrusionOk="0">
                  <a:moveTo>
                    <a:pt x="1" y="0"/>
                  </a:moveTo>
                  <a:lnTo>
                    <a:pt x="1" y="251"/>
                  </a:lnTo>
                  <a:lnTo>
                    <a:pt x="6317" y="251"/>
                  </a:lnTo>
                  <a:lnTo>
                    <a:pt x="63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1"/>
            <p:cNvSpPr/>
            <p:nvPr/>
          </p:nvSpPr>
          <p:spPr>
            <a:xfrm>
              <a:off x="7744177" y="1911010"/>
              <a:ext cx="343961" cy="27241"/>
            </a:xfrm>
            <a:custGeom>
              <a:avLst/>
              <a:gdLst/>
              <a:ahLst/>
              <a:cxnLst/>
              <a:rect l="l" t="t" r="r" b="b"/>
              <a:pathLst>
                <a:path w="3485" h="276" extrusionOk="0">
                  <a:moveTo>
                    <a:pt x="1" y="0"/>
                  </a:moveTo>
                  <a:lnTo>
                    <a:pt x="1" y="276"/>
                  </a:lnTo>
                  <a:lnTo>
                    <a:pt x="3485" y="276"/>
                  </a:lnTo>
                  <a:lnTo>
                    <a:pt x="34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1"/>
            <p:cNvSpPr/>
            <p:nvPr/>
          </p:nvSpPr>
          <p:spPr>
            <a:xfrm>
              <a:off x="5235950" y="2749551"/>
              <a:ext cx="621005" cy="101560"/>
            </a:xfrm>
            <a:custGeom>
              <a:avLst/>
              <a:gdLst/>
              <a:ahLst/>
              <a:cxnLst/>
              <a:rect l="l" t="t" r="r" b="b"/>
              <a:pathLst>
                <a:path w="6292" h="1029" extrusionOk="0">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1"/>
            <p:cNvSpPr/>
            <p:nvPr/>
          </p:nvSpPr>
          <p:spPr>
            <a:xfrm>
              <a:off x="6814239" y="3180764"/>
              <a:ext cx="185551" cy="563464"/>
            </a:xfrm>
            <a:custGeom>
              <a:avLst/>
              <a:gdLst/>
              <a:ahLst/>
              <a:cxnLst/>
              <a:rect l="l" t="t" r="r" b="b"/>
              <a:pathLst>
                <a:path w="1880" h="5709" extrusionOk="0">
                  <a:moveTo>
                    <a:pt x="662" y="0"/>
                  </a:moveTo>
                  <a:cubicBezTo>
                    <a:pt x="389" y="0"/>
                    <a:pt x="147" y="228"/>
                    <a:pt x="100" y="769"/>
                  </a:cubicBezTo>
                  <a:cubicBezTo>
                    <a:pt x="1" y="2375"/>
                    <a:pt x="97" y="5709"/>
                    <a:pt x="771" y="5709"/>
                  </a:cubicBezTo>
                  <a:cubicBezTo>
                    <a:pt x="781" y="5709"/>
                    <a:pt x="791" y="5708"/>
                    <a:pt x="801" y="5707"/>
                  </a:cubicBezTo>
                  <a:cubicBezTo>
                    <a:pt x="1503" y="5632"/>
                    <a:pt x="1879" y="5331"/>
                    <a:pt x="1428" y="5256"/>
                  </a:cubicBezTo>
                  <a:cubicBezTo>
                    <a:pt x="1002" y="5206"/>
                    <a:pt x="1002" y="5155"/>
                    <a:pt x="977" y="5030"/>
                  </a:cubicBezTo>
                  <a:cubicBezTo>
                    <a:pt x="952" y="4228"/>
                    <a:pt x="1428" y="2649"/>
                    <a:pt x="1553" y="1471"/>
                  </a:cubicBezTo>
                  <a:cubicBezTo>
                    <a:pt x="1647" y="615"/>
                    <a:pt x="1111" y="0"/>
                    <a:pt x="662" y="0"/>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1"/>
            <p:cNvSpPr/>
            <p:nvPr/>
          </p:nvSpPr>
          <p:spPr>
            <a:xfrm>
              <a:off x="6858653" y="3699424"/>
              <a:ext cx="168279" cy="54086"/>
            </a:xfrm>
            <a:custGeom>
              <a:avLst/>
              <a:gdLst/>
              <a:ahLst/>
              <a:cxnLst/>
              <a:rect l="l" t="t" r="r" b="b"/>
              <a:pathLst>
                <a:path w="1705" h="548" extrusionOk="0">
                  <a:moveTo>
                    <a:pt x="978" y="1"/>
                  </a:moveTo>
                  <a:cubicBezTo>
                    <a:pt x="808" y="170"/>
                    <a:pt x="551" y="211"/>
                    <a:pt x="343" y="211"/>
                  </a:cubicBezTo>
                  <a:cubicBezTo>
                    <a:pt x="151" y="211"/>
                    <a:pt x="0" y="176"/>
                    <a:pt x="0" y="176"/>
                  </a:cubicBezTo>
                  <a:lnTo>
                    <a:pt x="0" y="176"/>
                  </a:lnTo>
                  <a:cubicBezTo>
                    <a:pt x="34" y="452"/>
                    <a:pt x="207" y="548"/>
                    <a:pt x="428" y="548"/>
                  </a:cubicBezTo>
                  <a:cubicBezTo>
                    <a:pt x="708" y="548"/>
                    <a:pt x="1065" y="392"/>
                    <a:pt x="1304" y="251"/>
                  </a:cubicBezTo>
                  <a:cubicBezTo>
                    <a:pt x="1705" y="1"/>
                    <a:pt x="978" y="1"/>
                    <a:pt x="9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1"/>
            <p:cNvSpPr/>
            <p:nvPr/>
          </p:nvSpPr>
          <p:spPr>
            <a:xfrm>
              <a:off x="6448166" y="3574669"/>
              <a:ext cx="200455" cy="562674"/>
            </a:xfrm>
            <a:custGeom>
              <a:avLst/>
              <a:gdLst/>
              <a:ahLst/>
              <a:cxnLst/>
              <a:rect l="l" t="t" r="r" b="b"/>
              <a:pathLst>
                <a:path w="2031" h="5701" extrusionOk="0">
                  <a:moveTo>
                    <a:pt x="1066" y="0"/>
                  </a:moveTo>
                  <a:cubicBezTo>
                    <a:pt x="813" y="0"/>
                    <a:pt x="581" y="210"/>
                    <a:pt x="500" y="713"/>
                  </a:cubicBezTo>
                  <a:cubicBezTo>
                    <a:pt x="226" y="2311"/>
                    <a:pt x="1" y="5701"/>
                    <a:pt x="693" y="5701"/>
                  </a:cubicBezTo>
                  <a:cubicBezTo>
                    <a:pt x="696" y="5701"/>
                    <a:pt x="698" y="5701"/>
                    <a:pt x="701" y="5701"/>
                  </a:cubicBezTo>
                  <a:cubicBezTo>
                    <a:pt x="1428" y="5676"/>
                    <a:pt x="1804" y="5400"/>
                    <a:pt x="1377" y="5300"/>
                  </a:cubicBezTo>
                  <a:cubicBezTo>
                    <a:pt x="951" y="5200"/>
                    <a:pt x="951" y="5149"/>
                    <a:pt x="951" y="5024"/>
                  </a:cubicBezTo>
                  <a:cubicBezTo>
                    <a:pt x="976" y="4222"/>
                    <a:pt x="1628" y="2693"/>
                    <a:pt x="1854" y="1540"/>
                  </a:cubicBezTo>
                  <a:cubicBezTo>
                    <a:pt x="2031" y="672"/>
                    <a:pt x="1516" y="0"/>
                    <a:pt x="1066" y="0"/>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1"/>
            <p:cNvSpPr/>
            <p:nvPr/>
          </p:nvSpPr>
          <p:spPr>
            <a:xfrm>
              <a:off x="6485079" y="4097671"/>
              <a:ext cx="168378" cy="48954"/>
            </a:xfrm>
            <a:custGeom>
              <a:avLst/>
              <a:gdLst/>
              <a:ahLst/>
              <a:cxnLst/>
              <a:rect l="l" t="t" r="r" b="b"/>
              <a:pathLst>
                <a:path w="1706" h="496" extrusionOk="0">
                  <a:moveTo>
                    <a:pt x="1003" y="1"/>
                  </a:moveTo>
                  <a:cubicBezTo>
                    <a:pt x="863" y="121"/>
                    <a:pt x="675" y="157"/>
                    <a:pt x="499" y="157"/>
                  </a:cubicBezTo>
                  <a:cubicBezTo>
                    <a:pt x="236" y="157"/>
                    <a:pt x="1" y="76"/>
                    <a:pt x="1" y="76"/>
                  </a:cubicBezTo>
                  <a:lnTo>
                    <a:pt x="1" y="76"/>
                  </a:lnTo>
                  <a:cubicBezTo>
                    <a:pt x="14" y="389"/>
                    <a:pt x="227" y="496"/>
                    <a:pt x="490" y="496"/>
                  </a:cubicBezTo>
                  <a:cubicBezTo>
                    <a:pt x="753" y="496"/>
                    <a:pt x="1066" y="389"/>
                    <a:pt x="1279" y="276"/>
                  </a:cubicBezTo>
                  <a:cubicBezTo>
                    <a:pt x="1705" y="76"/>
                    <a:pt x="1003" y="1"/>
                    <a:pt x="1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1"/>
            <p:cNvSpPr/>
            <p:nvPr/>
          </p:nvSpPr>
          <p:spPr>
            <a:xfrm>
              <a:off x="6344137" y="3080980"/>
              <a:ext cx="309318" cy="911669"/>
            </a:xfrm>
            <a:custGeom>
              <a:avLst/>
              <a:gdLst/>
              <a:ahLst/>
              <a:cxnLst/>
              <a:rect l="l" t="t" r="r" b="b"/>
              <a:pathLst>
                <a:path w="3134" h="9237" extrusionOk="0">
                  <a:moveTo>
                    <a:pt x="2181" y="1"/>
                  </a:moveTo>
                  <a:lnTo>
                    <a:pt x="1604" y="126"/>
                  </a:lnTo>
                  <a:lnTo>
                    <a:pt x="1128" y="227"/>
                  </a:lnTo>
                  <a:lnTo>
                    <a:pt x="978" y="277"/>
                  </a:lnTo>
                  <a:lnTo>
                    <a:pt x="251" y="427"/>
                  </a:lnTo>
                  <a:cubicBezTo>
                    <a:pt x="101" y="878"/>
                    <a:pt x="0" y="1179"/>
                    <a:pt x="25" y="1580"/>
                  </a:cubicBezTo>
                  <a:cubicBezTo>
                    <a:pt x="51" y="1956"/>
                    <a:pt x="176" y="2432"/>
                    <a:pt x="426" y="3259"/>
                  </a:cubicBezTo>
                  <a:cubicBezTo>
                    <a:pt x="627" y="3836"/>
                    <a:pt x="1028" y="4713"/>
                    <a:pt x="1078" y="5239"/>
                  </a:cubicBezTo>
                  <a:cubicBezTo>
                    <a:pt x="1254" y="7169"/>
                    <a:pt x="1003" y="7395"/>
                    <a:pt x="1279" y="9074"/>
                  </a:cubicBezTo>
                  <a:cubicBezTo>
                    <a:pt x="1304" y="9186"/>
                    <a:pt x="1542" y="9237"/>
                    <a:pt x="1783" y="9237"/>
                  </a:cubicBezTo>
                  <a:cubicBezTo>
                    <a:pt x="2024" y="9237"/>
                    <a:pt x="2269" y="9186"/>
                    <a:pt x="2306" y="9099"/>
                  </a:cubicBezTo>
                  <a:cubicBezTo>
                    <a:pt x="3133" y="7344"/>
                    <a:pt x="3083" y="5339"/>
                    <a:pt x="3083" y="4312"/>
                  </a:cubicBezTo>
                  <a:cubicBezTo>
                    <a:pt x="3083" y="3861"/>
                    <a:pt x="3083" y="3585"/>
                    <a:pt x="2908" y="2608"/>
                  </a:cubicBezTo>
                  <a:cubicBezTo>
                    <a:pt x="2883" y="2507"/>
                    <a:pt x="2858" y="2432"/>
                    <a:pt x="2858" y="2332"/>
                  </a:cubicBezTo>
                  <a:cubicBezTo>
                    <a:pt x="2807" y="2056"/>
                    <a:pt x="2732" y="1705"/>
                    <a:pt x="2632" y="1279"/>
                  </a:cubicBezTo>
                  <a:cubicBezTo>
                    <a:pt x="2532" y="803"/>
                    <a:pt x="2331" y="327"/>
                    <a:pt x="2231" y="101"/>
                  </a:cubicBezTo>
                  <a:cubicBezTo>
                    <a:pt x="2206" y="26"/>
                    <a:pt x="2181" y="1"/>
                    <a:pt x="21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1"/>
            <p:cNvSpPr/>
            <p:nvPr/>
          </p:nvSpPr>
          <p:spPr>
            <a:xfrm>
              <a:off x="6413424" y="3155201"/>
              <a:ext cx="222662" cy="226215"/>
            </a:xfrm>
            <a:custGeom>
              <a:avLst/>
              <a:gdLst/>
              <a:ahLst/>
              <a:cxnLst/>
              <a:rect l="l" t="t" r="r" b="b"/>
              <a:pathLst>
                <a:path w="2256" h="2292" extrusionOk="0">
                  <a:moveTo>
                    <a:pt x="251" y="1"/>
                  </a:moveTo>
                  <a:lnTo>
                    <a:pt x="251" y="1"/>
                  </a:lnTo>
                  <a:cubicBezTo>
                    <a:pt x="50" y="627"/>
                    <a:pt x="0" y="1630"/>
                    <a:pt x="727" y="2131"/>
                  </a:cubicBezTo>
                  <a:cubicBezTo>
                    <a:pt x="897" y="2241"/>
                    <a:pt x="1138" y="2291"/>
                    <a:pt x="1402" y="2291"/>
                  </a:cubicBezTo>
                  <a:cubicBezTo>
                    <a:pt x="1681" y="2291"/>
                    <a:pt x="1985" y="2234"/>
                    <a:pt x="2256" y="2131"/>
                  </a:cubicBezTo>
                  <a:cubicBezTo>
                    <a:pt x="2181" y="1805"/>
                    <a:pt x="2055" y="1079"/>
                    <a:pt x="1930" y="527"/>
                  </a:cubicBezTo>
                  <a:cubicBezTo>
                    <a:pt x="1905" y="377"/>
                    <a:pt x="1855" y="226"/>
                    <a:pt x="1830" y="101"/>
                  </a:cubicBezTo>
                  <a:lnTo>
                    <a:pt x="2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1"/>
            <p:cNvSpPr/>
            <p:nvPr/>
          </p:nvSpPr>
          <p:spPr>
            <a:xfrm>
              <a:off x="6410956" y="2952573"/>
              <a:ext cx="630874" cy="627124"/>
            </a:xfrm>
            <a:custGeom>
              <a:avLst/>
              <a:gdLst/>
              <a:ahLst/>
              <a:cxnLst/>
              <a:rect l="l" t="t" r="r" b="b"/>
              <a:pathLst>
                <a:path w="6392" h="6354" extrusionOk="0">
                  <a:moveTo>
                    <a:pt x="4919" y="1"/>
                  </a:moveTo>
                  <a:cubicBezTo>
                    <a:pt x="4332" y="1"/>
                    <a:pt x="3606" y="365"/>
                    <a:pt x="3083" y="675"/>
                  </a:cubicBezTo>
                  <a:cubicBezTo>
                    <a:pt x="2707" y="901"/>
                    <a:pt x="2431" y="1101"/>
                    <a:pt x="2431" y="1101"/>
                  </a:cubicBezTo>
                  <a:lnTo>
                    <a:pt x="501" y="1177"/>
                  </a:lnTo>
                  <a:cubicBezTo>
                    <a:pt x="501" y="1177"/>
                    <a:pt x="401" y="1327"/>
                    <a:pt x="301" y="1578"/>
                  </a:cubicBezTo>
                  <a:cubicBezTo>
                    <a:pt x="176" y="1903"/>
                    <a:pt x="0" y="2430"/>
                    <a:pt x="75" y="2931"/>
                  </a:cubicBezTo>
                  <a:cubicBezTo>
                    <a:pt x="125" y="3307"/>
                    <a:pt x="176" y="3583"/>
                    <a:pt x="551" y="3833"/>
                  </a:cubicBezTo>
                  <a:cubicBezTo>
                    <a:pt x="662" y="3910"/>
                    <a:pt x="815" y="3943"/>
                    <a:pt x="992" y="3943"/>
                  </a:cubicBezTo>
                  <a:cubicBezTo>
                    <a:pt x="1340" y="3943"/>
                    <a:pt x="1782" y="3815"/>
                    <a:pt x="2181" y="3633"/>
                  </a:cubicBezTo>
                  <a:cubicBezTo>
                    <a:pt x="2717" y="3390"/>
                    <a:pt x="3242" y="3112"/>
                    <a:pt x="3532" y="3112"/>
                  </a:cubicBezTo>
                  <a:cubicBezTo>
                    <a:pt x="3662" y="3112"/>
                    <a:pt x="3744" y="3168"/>
                    <a:pt x="3760" y="3307"/>
                  </a:cubicBezTo>
                  <a:cubicBezTo>
                    <a:pt x="3885" y="4836"/>
                    <a:pt x="4085" y="6264"/>
                    <a:pt x="4085" y="6264"/>
                  </a:cubicBezTo>
                  <a:cubicBezTo>
                    <a:pt x="4267" y="6329"/>
                    <a:pt x="4445" y="6354"/>
                    <a:pt x="4610" y="6354"/>
                  </a:cubicBezTo>
                  <a:cubicBezTo>
                    <a:pt x="5152" y="6354"/>
                    <a:pt x="5564" y="6089"/>
                    <a:pt x="5564" y="6089"/>
                  </a:cubicBezTo>
                  <a:cubicBezTo>
                    <a:pt x="5564" y="6089"/>
                    <a:pt x="6391" y="1427"/>
                    <a:pt x="5689" y="375"/>
                  </a:cubicBezTo>
                  <a:cubicBezTo>
                    <a:pt x="5506" y="104"/>
                    <a:pt x="5232" y="1"/>
                    <a:pt x="49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1"/>
            <p:cNvSpPr/>
            <p:nvPr/>
          </p:nvSpPr>
          <p:spPr>
            <a:xfrm>
              <a:off x="6344137" y="3061240"/>
              <a:ext cx="390941" cy="181603"/>
            </a:xfrm>
            <a:custGeom>
              <a:avLst/>
              <a:gdLst/>
              <a:ahLst/>
              <a:cxnLst/>
              <a:rect l="l" t="t" r="r" b="b"/>
              <a:pathLst>
                <a:path w="3961" h="1840" extrusionOk="0">
                  <a:moveTo>
                    <a:pt x="3108" y="0"/>
                  </a:moveTo>
                  <a:lnTo>
                    <a:pt x="1178" y="76"/>
                  </a:lnTo>
                  <a:cubicBezTo>
                    <a:pt x="1178" y="76"/>
                    <a:pt x="1078" y="226"/>
                    <a:pt x="978" y="477"/>
                  </a:cubicBezTo>
                  <a:lnTo>
                    <a:pt x="251" y="627"/>
                  </a:lnTo>
                  <a:cubicBezTo>
                    <a:pt x="101" y="1078"/>
                    <a:pt x="0" y="1379"/>
                    <a:pt x="25" y="1780"/>
                  </a:cubicBezTo>
                  <a:cubicBezTo>
                    <a:pt x="154" y="1817"/>
                    <a:pt x="323" y="1840"/>
                    <a:pt x="522" y="1840"/>
                  </a:cubicBezTo>
                  <a:cubicBezTo>
                    <a:pt x="595" y="1840"/>
                    <a:pt x="672" y="1837"/>
                    <a:pt x="752" y="1830"/>
                  </a:cubicBezTo>
                  <a:cubicBezTo>
                    <a:pt x="1304" y="1805"/>
                    <a:pt x="2030" y="1655"/>
                    <a:pt x="2632" y="1479"/>
                  </a:cubicBezTo>
                  <a:cubicBezTo>
                    <a:pt x="3409" y="1229"/>
                    <a:pt x="3960" y="853"/>
                    <a:pt x="3910" y="602"/>
                  </a:cubicBezTo>
                  <a:lnTo>
                    <a:pt x="3910" y="602"/>
                  </a:lnTo>
                  <a:lnTo>
                    <a:pt x="3108" y="652"/>
                  </a:lnTo>
                  <a:lnTo>
                    <a:pt x="3108" y="0"/>
                  </a:lnTo>
                  <a:close/>
                </a:path>
              </a:pathLst>
            </a:custGeom>
            <a:solidFill>
              <a:srgbClr val="2A2E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1"/>
            <p:cNvSpPr/>
            <p:nvPr/>
          </p:nvSpPr>
          <p:spPr>
            <a:xfrm>
              <a:off x="6302092" y="2650556"/>
              <a:ext cx="436539" cy="557345"/>
            </a:xfrm>
            <a:custGeom>
              <a:avLst/>
              <a:gdLst/>
              <a:ahLst/>
              <a:cxnLst/>
              <a:rect l="l" t="t" r="r" b="b"/>
              <a:pathLst>
                <a:path w="4423" h="5647" extrusionOk="0">
                  <a:moveTo>
                    <a:pt x="1800" y="0"/>
                  </a:moveTo>
                  <a:cubicBezTo>
                    <a:pt x="1115" y="0"/>
                    <a:pt x="676" y="553"/>
                    <a:pt x="602" y="903"/>
                  </a:cubicBezTo>
                  <a:cubicBezTo>
                    <a:pt x="251" y="2658"/>
                    <a:pt x="0" y="3460"/>
                    <a:pt x="251" y="5339"/>
                  </a:cubicBezTo>
                  <a:cubicBezTo>
                    <a:pt x="282" y="5556"/>
                    <a:pt x="697" y="5646"/>
                    <a:pt x="1251" y="5646"/>
                  </a:cubicBezTo>
                  <a:cubicBezTo>
                    <a:pt x="2488" y="5646"/>
                    <a:pt x="4423" y="5198"/>
                    <a:pt x="4336" y="4713"/>
                  </a:cubicBezTo>
                  <a:cubicBezTo>
                    <a:pt x="3760" y="1530"/>
                    <a:pt x="3208" y="603"/>
                    <a:pt x="2632" y="252"/>
                  </a:cubicBezTo>
                  <a:cubicBezTo>
                    <a:pt x="2326" y="72"/>
                    <a:pt x="2047" y="0"/>
                    <a:pt x="18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1"/>
            <p:cNvSpPr/>
            <p:nvPr/>
          </p:nvSpPr>
          <p:spPr>
            <a:xfrm>
              <a:off x="6967518" y="2326234"/>
              <a:ext cx="56948" cy="99388"/>
            </a:xfrm>
            <a:custGeom>
              <a:avLst/>
              <a:gdLst/>
              <a:ahLst/>
              <a:cxnLst/>
              <a:rect l="l" t="t" r="r" b="b"/>
              <a:pathLst>
                <a:path w="577" h="1007" extrusionOk="0">
                  <a:moveTo>
                    <a:pt x="266" y="1"/>
                  </a:moveTo>
                  <a:cubicBezTo>
                    <a:pt x="77" y="1"/>
                    <a:pt x="0" y="831"/>
                    <a:pt x="0" y="831"/>
                  </a:cubicBezTo>
                  <a:lnTo>
                    <a:pt x="301" y="1006"/>
                  </a:lnTo>
                  <a:cubicBezTo>
                    <a:pt x="527" y="480"/>
                    <a:pt x="577" y="330"/>
                    <a:pt x="351" y="54"/>
                  </a:cubicBezTo>
                  <a:cubicBezTo>
                    <a:pt x="320" y="17"/>
                    <a:pt x="292" y="1"/>
                    <a:pt x="266" y="1"/>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1"/>
            <p:cNvSpPr/>
            <p:nvPr/>
          </p:nvSpPr>
          <p:spPr>
            <a:xfrm>
              <a:off x="6539561" y="2402527"/>
              <a:ext cx="455193" cy="414233"/>
            </a:xfrm>
            <a:custGeom>
              <a:avLst/>
              <a:gdLst/>
              <a:ahLst/>
              <a:cxnLst/>
              <a:rect l="l" t="t" r="r" b="b"/>
              <a:pathLst>
                <a:path w="4612" h="4197" extrusionOk="0">
                  <a:moveTo>
                    <a:pt x="4349" y="0"/>
                  </a:moveTo>
                  <a:cubicBezTo>
                    <a:pt x="4308" y="0"/>
                    <a:pt x="4262" y="10"/>
                    <a:pt x="4211" y="33"/>
                  </a:cubicBezTo>
                  <a:cubicBezTo>
                    <a:pt x="4211" y="33"/>
                    <a:pt x="2983" y="1887"/>
                    <a:pt x="2381" y="2314"/>
                  </a:cubicBezTo>
                  <a:cubicBezTo>
                    <a:pt x="1930" y="2639"/>
                    <a:pt x="878" y="2815"/>
                    <a:pt x="401" y="3291"/>
                  </a:cubicBezTo>
                  <a:cubicBezTo>
                    <a:pt x="251" y="3441"/>
                    <a:pt x="0" y="3943"/>
                    <a:pt x="426" y="4093"/>
                  </a:cubicBezTo>
                  <a:cubicBezTo>
                    <a:pt x="617" y="4157"/>
                    <a:pt x="842" y="4196"/>
                    <a:pt x="1093" y="4196"/>
                  </a:cubicBezTo>
                  <a:cubicBezTo>
                    <a:pt x="1731" y="4196"/>
                    <a:pt x="2538" y="3939"/>
                    <a:pt x="3384" y="3166"/>
                  </a:cubicBezTo>
                  <a:cubicBezTo>
                    <a:pt x="4487" y="2188"/>
                    <a:pt x="4612" y="183"/>
                    <a:pt x="4612" y="183"/>
                  </a:cubicBezTo>
                  <a:cubicBezTo>
                    <a:pt x="4612" y="183"/>
                    <a:pt x="4529" y="0"/>
                    <a:pt x="43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1"/>
            <p:cNvSpPr/>
            <p:nvPr/>
          </p:nvSpPr>
          <p:spPr>
            <a:xfrm>
              <a:off x="6208032" y="2375879"/>
              <a:ext cx="527045" cy="714471"/>
            </a:xfrm>
            <a:custGeom>
              <a:avLst/>
              <a:gdLst/>
              <a:ahLst/>
              <a:cxnLst/>
              <a:rect l="l" t="t" r="r" b="b"/>
              <a:pathLst>
                <a:path w="5340" h="7239" extrusionOk="0">
                  <a:moveTo>
                    <a:pt x="2802" y="1"/>
                  </a:moveTo>
                  <a:cubicBezTo>
                    <a:pt x="1181" y="1"/>
                    <a:pt x="1816" y="1136"/>
                    <a:pt x="1154" y="1406"/>
                  </a:cubicBezTo>
                  <a:cubicBezTo>
                    <a:pt x="477" y="1681"/>
                    <a:pt x="1104" y="2659"/>
                    <a:pt x="828" y="2884"/>
                  </a:cubicBezTo>
                  <a:cubicBezTo>
                    <a:pt x="1" y="3561"/>
                    <a:pt x="728" y="3987"/>
                    <a:pt x="703" y="4438"/>
                  </a:cubicBezTo>
                  <a:cubicBezTo>
                    <a:pt x="678" y="4814"/>
                    <a:pt x="778" y="5090"/>
                    <a:pt x="1029" y="5340"/>
                  </a:cubicBezTo>
                  <a:cubicBezTo>
                    <a:pt x="1229" y="5541"/>
                    <a:pt x="1329" y="5792"/>
                    <a:pt x="1404" y="6067"/>
                  </a:cubicBezTo>
                  <a:cubicBezTo>
                    <a:pt x="1480" y="6318"/>
                    <a:pt x="1329" y="6594"/>
                    <a:pt x="1430" y="6844"/>
                  </a:cubicBezTo>
                  <a:cubicBezTo>
                    <a:pt x="1505" y="6995"/>
                    <a:pt x="1630" y="7070"/>
                    <a:pt x="1755" y="7145"/>
                  </a:cubicBezTo>
                  <a:cubicBezTo>
                    <a:pt x="1892" y="7206"/>
                    <a:pt x="2047" y="7239"/>
                    <a:pt x="2198" y="7239"/>
                  </a:cubicBezTo>
                  <a:cubicBezTo>
                    <a:pt x="2296" y="7239"/>
                    <a:pt x="2393" y="7225"/>
                    <a:pt x="2482" y="7195"/>
                  </a:cubicBezTo>
                  <a:cubicBezTo>
                    <a:pt x="2633" y="7145"/>
                    <a:pt x="2758" y="7070"/>
                    <a:pt x="2883" y="6970"/>
                  </a:cubicBezTo>
                  <a:cubicBezTo>
                    <a:pt x="2983" y="6869"/>
                    <a:pt x="3034" y="6744"/>
                    <a:pt x="3184" y="6694"/>
                  </a:cubicBezTo>
                  <a:cubicBezTo>
                    <a:pt x="3272" y="6664"/>
                    <a:pt x="3369" y="6652"/>
                    <a:pt x="3464" y="6652"/>
                  </a:cubicBezTo>
                  <a:cubicBezTo>
                    <a:pt x="3531" y="6652"/>
                    <a:pt x="3598" y="6658"/>
                    <a:pt x="3660" y="6669"/>
                  </a:cubicBezTo>
                  <a:cubicBezTo>
                    <a:pt x="3810" y="6719"/>
                    <a:pt x="3961" y="6794"/>
                    <a:pt x="4111" y="6819"/>
                  </a:cubicBezTo>
                  <a:cubicBezTo>
                    <a:pt x="4134" y="6822"/>
                    <a:pt x="4157" y="6823"/>
                    <a:pt x="4180" y="6823"/>
                  </a:cubicBezTo>
                  <a:cubicBezTo>
                    <a:pt x="4382" y="6823"/>
                    <a:pt x="4580" y="6726"/>
                    <a:pt x="4738" y="6569"/>
                  </a:cubicBezTo>
                  <a:cubicBezTo>
                    <a:pt x="4888" y="6418"/>
                    <a:pt x="5089" y="6142"/>
                    <a:pt x="5139" y="5917"/>
                  </a:cubicBezTo>
                  <a:cubicBezTo>
                    <a:pt x="5189" y="5792"/>
                    <a:pt x="5139" y="5616"/>
                    <a:pt x="5114" y="5491"/>
                  </a:cubicBezTo>
                  <a:cubicBezTo>
                    <a:pt x="4963" y="5040"/>
                    <a:pt x="4612" y="4664"/>
                    <a:pt x="4287" y="4338"/>
                  </a:cubicBezTo>
                  <a:cubicBezTo>
                    <a:pt x="3560" y="3636"/>
                    <a:pt x="5339" y="3085"/>
                    <a:pt x="4487" y="2358"/>
                  </a:cubicBezTo>
                  <a:cubicBezTo>
                    <a:pt x="4161" y="2057"/>
                    <a:pt x="4136" y="2057"/>
                    <a:pt x="4036" y="1180"/>
                  </a:cubicBezTo>
                  <a:cubicBezTo>
                    <a:pt x="3936" y="303"/>
                    <a:pt x="3359" y="2"/>
                    <a:pt x="2908" y="2"/>
                  </a:cubicBezTo>
                  <a:cubicBezTo>
                    <a:pt x="2872" y="1"/>
                    <a:pt x="2836" y="1"/>
                    <a:pt x="2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469" name="Google Shape;1469;p33"/>
          <p:cNvSpPr txBox="1">
            <a:spLocks noGrp="1"/>
          </p:cNvSpPr>
          <p:nvPr>
            <p:ph type="title" idx="3"/>
          </p:nvPr>
        </p:nvSpPr>
        <p:spPr>
          <a:xfrm>
            <a:off x="713225" y="1522550"/>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470" name="Google Shape;1470;p33"/>
          <p:cNvSpPr txBox="1">
            <a:spLocks noGrp="1"/>
          </p:cNvSpPr>
          <p:nvPr>
            <p:ph type="subTitle" idx="1"/>
          </p:nvPr>
        </p:nvSpPr>
        <p:spPr>
          <a:xfrm>
            <a:off x="1454699" y="1522550"/>
            <a:ext cx="2891400" cy="447600"/>
          </a:xfrm>
          <a:prstGeom prst="rect">
            <a:avLst/>
          </a:prstGeom>
        </p:spPr>
        <p:txBody>
          <a:bodyPr spcFirstLastPara="1" wrap="square" lIns="91425" tIns="91425" rIns="91425" bIns="91425" anchor="ctr" anchorCtr="0">
            <a:noAutofit/>
          </a:bodyPr>
          <a:lstStyle/>
          <a:p>
            <a:pPr marL="0" indent="0"/>
            <a:endParaRPr lang="en-PH" dirty="0"/>
          </a:p>
          <a:p>
            <a:pPr marL="0" indent="0"/>
            <a:r>
              <a:rPr lang="en-PH" dirty="0"/>
              <a:t>Executive Summary</a:t>
            </a:r>
          </a:p>
          <a:p>
            <a:pPr marL="0" lvl="0" indent="0" rtl="0">
              <a:spcBef>
                <a:spcPts val="0"/>
              </a:spcBef>
              <a:spcAft>
                <a:spcPts val="0"/>
              </a:spcAft>
              <a:buNone/>
            </a:pPr>
            <a:endParaRPr dirty="0"/>
          </a:p>
        </p:txBody>
      </p:sp>
      <p:sp>
        <p:nvSpPr>
          <p:cNvPr id="1471" name="Google Shape;1471;p33"/>
          <p:cNvSpPr txBox="1">
            <a:spLocks noGrp="1"/>
          </p:cNvSpPr>
          <p:nvPr>
            <p:ph type="subTitle" idx="4"/>
          </p:nvPr>
        </p:nvSpPr>
        <p:spPr>
          <a:xfrm>
            <a:off x="5532475" y="1529400"/>
            <a:ext cx="28914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Database Trends</a:t>
            </a:r>
            <a:endParaRPr dirty="0"/>
          </a:p>
        </p:txBody>
      </p:sp>
      <p:sp>
        <p:nvSpPr>
          <p:cNvPr id="1473" name="Google Shape;1473;p33"/>
          <p:cNvSpPr txBox="1">
            <a:spLocks noGrp="1"/>
          </p:cNvSpPr>
          <p:nvPr>
            <p:ph type="title" idx="6"/>
          </p:nvPr>
        </p:nvSpPr>
        <p:spPr>
          <a:xfrm>
            <a:off x="4797775" y="1522550"/>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1476" name="Google Shape;1476;p33"/>
          <p:cNvSpPr txBox="1">
            <a:spLocks noGrp="1"/>
          </p:cNvSpPr>
          <p:nvPr>
            <p:ph type="title" idx="9"/>
          </p:nvPr>
        </p:nvSpPr>
        <p:spPr>
          <a:xfrm>
            <a:off x="713225" y="2124150"/>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477" name="Google Shape;1477;p33"/>
          <p:cNvSpPr txBox="1">
            <a:spLocks noGrp="1"/>
          </p:cNvSpPr>
          <p:nvPr>
            <p:ph type="subTitle" idx="13"/>
          </p:nvPr>
        </p:nvSpPr>
        <p:spPr>
          <a:xfrm>
            <a:off x="5530931" y="3322349"/>
            <a:ext cx="28914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Conclusion</a:t>
            </a:r>
            <a:endParaRPr dirty="0"/>
          </a:p>
        </p:txBody>
      </p:sp>
      <p:sp>
        <p:nvSpPr>
          <p:cNvPr id="1479" name="Google Shape;1479;p33"/>
          <p:cNvSpPr txBox="1">
            <a:spLocks noGrp="1"/>
          </p:cNvSpPr>
          <p:nvPr>
            <p:ph type="title" idx="15"/>
          </p:nvPr>
        </p:nvSpPr>
        <p:spPr>
          <a:xfrm>
            <a:off x="4796231" y="3327350"/>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08</a:t>
            </a:r>
            <a:endParaRPr dirty="0"/>
          </a:p>
        </p:txBody>
      </p:sp>
      <p:sp>
        <p:nvSpPr>
          <p:cNvPr id="25" name="Google Shape;1476;p33">
            <a:extLst>
              <a:ext uri="{FF2B5EF4-FFF2-40B4-BE49-F238E27FC236}">
                <a16:creationId xmlns:a16="http://schemas.microsoft.com/office/drawing/2014/main" id="{23B90F4C-7485-4197-90DA-CDEEBCAEC7C2}"/>
              </a:ext>
            </a:extLst>
          </p:cNvPr>
          <p:cNvSpPr txBox="1">
            <a:spLocks/>
          </p:cNvSpPr>
          <p:nvPr/>
        </p:nvSpPr>
        <p:spPr>
          <a:xfrm>
            <a:off x="720000" y="2725750"/>
            <a:ext cx="734700" cy="447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9pPr>
          </a:lstStyle>
          <a:p>
            <a:r>
              <a:rPr lang="en" dirty="0"/>
              <a:t>03</a:t>
            </a:r>
          </a:p>
        </p:txBody>
      </p:sp>
      <p:sp>
        <p:nvSpPr>
          <p:cNvPr id="26" name="Google Shape;1476;p33">
            <a:extLst>
              <a:ext uri="{FF2B5EF4-FFF2-40B4-BE49-F238E27FC236}">
                <a16:creationId xmlns:a16="http://schemas.microsoft.com/office/drawing/2014/main" id="{7734C639-BD22-4588-A361-79DB7553C004}"/>
              </a:ext>
            </a:extLst>
          </p:cNvPr>
          <p:cNvSpPr txBox="1">
            <a:spLocks/>
          </p:cNvSpPr>
          <p:nvPr/>
        </p:nvSpPr>
        <p:spPr>
          <a:xfrm>
            <a:off x="720000" y="3327350"/>
            <a:ext cx="734700" cy="447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9pPr>
          </a:lstStyle>
          <a:p>
            <a:r>
              <a:rPr lang="en" dirty="0"/>
              <a:t>04</a:t>
            </a:r>
          </a:p>
        </p:txBody>
      </p:sp>
      <p:sp>
        <p:nvSpPr>
          <p:cNvPr id="27" name="Google Shape;1476;p33">
            <a:extLst>
              <a:ext uri="{FF2B5EF4-FFF2-40B4-BE49-F238E27FC236}">
                <a16:creationId xmlns:a16="http://schemas.microsoft.com/office/drawing/2014/main" id="{9D17DC19-8A17-413F-8A7D-F262455575B9}"/>
              </a:ext>
            </a:extLst>
          </p:cNvPr>
          <p:cNvSpPr txBox="1">
            <a:spLocks/>
          </p:cNvSpPr>
          <p:nvPr/>
        </p:nvSpPr>
        <p:spPr>
          <a:xfrm>
            <a:off x="4796231" y="2725750"/>
            <a:ext cx="734700" cy="447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9pPr>
          </a:lstStyle>
          <a:p>
            <a:r>
              <a:rPr lang="en" dirty="0"/>
              <a:t>07</a:t>
            </a:r>
          </a:p>
        </p:txBody>
      </p:sp>
      <p:sp>
        <p:nvSpPr>
          <p:cNvPr id="28" name="Google Shape;1476;p33">
            <a:extLst>
              <a:ext uri="{FF2B5EF4-FFF2-40B4-BE49-F238E27FC236}">
                <a16:creationId xmlns:a16="http://schemas.microsoft.com/office/drawing/2014/main" id="{8C46C670-E162-4697-A65B-A1FB42B6A344}"/>
              </a:ext>
            </a:extLst>
          </p:cNvPr>
          <p:cNvSpPr txBox="1">
            <a:spLocks/>
          </p:cNvSpPr>
          <p:nvPr/>
        </p:nvSpPr>
        <p:spPr>
          <a:xfrm>
            <a:off x="4796231" y="2124150"/>
            <a:ext cx="734700" cy="447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chemeClr val="dk1"/>
              </a:buClr>
              <a:buSzPts val="3000"/>
              <a:buFont typeface="Barlow Semi Condensed"/>
              <a:buNone/>
              <a:defRPr sz="3000" b="1" i="0" u="none" strike="noStrike" cap="none">
                <a:solidFill>
                  <a:schemeClr val="dk1"/>
                </a:solidFill>
                <a:latin typeface="Barlow Semi Condensed"/>
                <a:ea typeface="Barlow Semi Condensed"/>
                <a:cs typeface="Barlow Semi Condensed"/>
                <a:sym typeface="Barlow Semi Condensed"/>
              </a:defRPr>
            </a:lvl9pPr>
          </a:lstStyle>
          <a:p>
            <a:r>
              <a:rPr lang="en" dirty="0"/>
              <a:t>06</a:t>
            </a:r>
          </a:p>
        </p:txBody>
      </p:sp>
      <p:sp>
        <p:nvSpPr>
          <p:cNvPr id="29" name="Google Shape;1470;p33">
            <a:extLst>
              <a:ext uri="{FF2B5EF4-FFF2-40B4-BE49-F238E27FC236}">
                <a16:creationId xmlns:a16="http://schemas.microsoft.com/office/drawing/2014/main" id="{A77E7E87-EFC9-497A-9774-DF17DC8F9D97}"/>
              </a:ext>
            </a:extLst>
          </p:cNvPr>
          <p:cNvSpPr txBox="1">
            <a:spLocks/>
          </p:cNvSpPr>
          <p:nvPr/>
        </p:nvSpPr>
        <p:spPr>
          <a:xfrm>
            <a:off x="1447925" y="2730750"/>
            <a:ext cx="2891400" cy="44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9pPr>
          </a:lstStyle>
          <a:p>
            <a:pPr marL="0" indent="0"/>
            <a:endParaRPr lang="en-PH" dirty="0"/>
          </a:p>
          <a:p>
            <a:pPr marL="0" indent="0"/>
            <a:r>
              <a:rPr lang="en-PH" dirty="0"/>
              <a:t>Methodology</a:t>
            </a:r>
          </a:p>
          <a:p>
            <a:pPr marL="0" indent="0"/>
            <a:endParaRPr lang="en-PH" dirty="0"/>
          </a:p>
        </p:txBody>
      </p:sp>
      <p:sp>
        <p:nvSpPr>
          <p:cNvPr id="30" name="Google Shape;1470;p33">
            <a:extLst>
              <a:ext uri="{FF2B5EF4-FFF2-40B4-BE49-F238E27FC236}">
                <a16:creationId xmlns:a16="http://schemas.microsoft.com/office/drawing/2014/main" id="{C3C93A5B-BCA8-4D27-922F-AB39AA825B84}"/>
              </a:ext>
            </a:extLst>
          </p:cNvPr>
          <p:cNvSpPr txBox="1">
            <a:spLocks/>
          </p:cNvSpPr>
          <p:nvPr/>
        </p:nvSpPr>
        <p:spPr>
          <a:xfrm>
            <a:off x="5530931" y="2720749"/>
            <a:ext cx="2891400" cy="44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9pPr>
          </a:lstStyle>
          <a:p>
            <a:pPr marL="0" indent="0"/>
            <a:endParaRPr lang="en-PH" dirty="0"/>
          </a:p>
          <a:p>
            <a:pPr marL="0" indent="0"/>
            <a:r>
              <a:rPr lang="en-PH" dirty="0"/>
              <a:t>Insights and Findings</a:t>
            </a:r>
          </a:p>
          <a:p>
            <a:pPr marL="0" indent="0"/>
            <a:endParaRPr lang="en-PH" dirty="0"/>
          </a:p>
        </p:txBody>
      </p:sp>
      <p:sp>
        <p:nvSpPr>
          <p:cNvPr id="31" name="Google Shape;1470;p33">
            <a:extLst>
              <a:ext uri="{FF2B5EF4-FFF2-40B4-BE49-F238E27FC236}">
                <a16:creationId xmlns:a16="http://schemas.microsoft.com/office/drawing/2014/main" id="{0A9A5969-81B3-4CBC-A59A-67B99F6341A5}"/>
              </a:ext>
            </a:extLst>
          </p:cNvPr>
          <p:cNvSpPr txBox="1">
            <a:spLocks/>
          </p:cNvSpPr>
          <p:nvPr/>
        </p:nvSpPr>
        <p:spPr>
          <a:xfrm>
            <a:off x="5530931" y="2128899"/>
            <a:ext cx="2891400" cy="44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9pPr>
          </a:lstStyle>
          <a:p>
            <a:pPr marL="0" indent="0"/>
            <a:endParaRPr lang="en-PH" dirty="0"/>
          </a:p>
          <a:p>
            <a:pPr marL="0" indent="0"/>
            <a:r>
              <a:rPr lang="en-PH" dirty="0"/>
              <a:t>Dashboard Overview</a:t>
            </a:r>
          </a:p>
          <a:p>
            <a:pPr marL="0" indent="0"/>
            <a:endParaRPr lang="en-PH" dirty="0"/>
          </a:p>
        </p:txBody>
      </p:sp>
      <p:sp>
        <p:nvSpPr>
          <p:cNvPr id="32" name="Google Shape;1470;p33">
            <a:extLst>
              <a:ext uri="{FF2B5EF4-FFF2-40B4-BE49-F238E27FC236}">
                <a16:creationId xmlns:a16="http://schemas.microsoft.com/office/drawing/2014/main" id="{20E7D0EE-4C67-4B36-ACE8-CE740002AFCA}"/>
              </a:ext>
            </a:extLst>
          </p:cNvPr>
          <p:cNvSpPr txBox="1">
            <a:spLocks/>
          </p:cNvSpPr>
          <p:nvPr/>
        </p:nvSpPr>
        <p:spPr>
          <a:xfrm>
            <a:off x="1447925" y="3342350"/>
            <a:ext cx="2891400" cy="44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9pPr>
          </a:lstStyle>
          <a:p>
            <a:pPr marL="0" indent="0"/>
            <a:endParaRPr lang="en-PH" dirty="0"/>
          </a:p>
          <a:p>
            <a:pPr marL="0" indent="0"/>
            <a:r>
              <a:rPr lang="en-PH" sz="1600" dirty="0"/>
              <a:t>Programming Language Trends</a:t>
            </a:r>
          </a:p>
          <a:p>
            <a:pPr marL="0" indent="0"/>
            <a:endParaRPr lang="en-PH" dirty="0"/>
          </a:p>
        </p:txBody>
      </p:sp>
      <p:sp>
        <p:nvSpPr>
          <p:cNvPr id="33" name="Google Shape;1470;p33">
            <a:extLst>
              <a:ext uri="{FF2B5EF4-FFF2-40B4-BE49-F238E27FC236}">
                <a16:creationId xmlns:a16="http://schemas.microsoft.com/office/drawing/2014/main" id="{6F80F8DB-6CDF-4E3D-AAEA-73F2E8225DEF}"/>
              </a:ext>
            </a:extLst>
          </p:cNvPr>
          <p:cNvSpPr txBox="1">
            <a:spLocks/>
          </p:cNvSpPr>
          <p:nvPr/>
        </p:nvSpPr>
        <p:spPr>
          <a:xfrm>
            <a:off x="1454699" y="2114150"/>
            <a:ext cx="2891400" cy="44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1pPr>
            <a:lvl2pPr marL="914400" marR="0" lvl="1"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2pPr>
            <a:lvl3pPr marL="1371600" marR="0" lvl="2"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3pPr>
            <a:lvl4pPr marL="1828800" marR="0" lvl="3"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4pPr>
            <a:lvl5pPr marL="2286000" marR="0" lvl="4"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5pPr>
            <a:lvl6pPr marL="2743200" marR="0" lvl="5"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6pPr>
            <a:lvl7pPr marL="3200400" marR="0" lvl="6"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7pPr>
            <a:lvl8pPr marL="3657600" marR="0" lvl="7"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8pPr>
            <a:lvl9pPr marL="4114800" marR="0" lvl="8" indent="-317500" algn="l" rtl="0">
              <a:lnSpc>
                <a:spcPct val="100000"/>
              </a:lnSpc>
              <a:spcBef>
                <a:spcPts val="0"/>
              </a:spcBef>
              <a:spcAft>
                <a:spcPts val="0"/>
              </a:spcAft>
              <a:buClr>
                <a:schemeClr val="dk1"/>
              </a:buClr>
              <a:buSzPts val="2400"/>
              <a:buFont typeface="Barlow Semi Condensed"/>
              <a:buNone/>
              <a:defRPr sz="2400" b="1" i="0" u="none" strike="noStrike" cap="none">
                <a:solidFill>
                  <a:schemeClr val="dk1"/>
                </a:solidFill>
                <a:latin typeface="Barlow Semi Condensed"/>
                <a:ea typeface="Barlow Semi Condensed"/>
                <a:cs typeface="Barlow Semi Condensed"/>
                <a:sym typeface="Barlow Semi Condensed"/>
              </a:defRPr>
            </a:lvl9pPr>
          </a:lstStyle>
          <a:p>
            <a:pPr marL="0" indent="0"/>
            <a:endParaRPr lang="en-PH" dirty="0"/>
          </a:p>
          <a:p>
            <a:pPr marL="0" indent="0"/>
            <a:r>
              <a:rPr lang="en-PH" dirty="0"/>
              <a:t>Introduction</a:t>
            </a:r>
          </a:p>
          <a:p>
            <a:pPr marL="0" indent="0"/>
            <a:endParaRPr lang="en-PH"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6"/>
        <p:cNvGrpSpPr/>
        <p:nvPr/>
      </p:nvGrpSpPr>
      <p:grpSpPr>
        <a:xfrm>
          <a:off x="0" y="0"/>
          <a:ext cx="0" cy="0"/>
          <a:chOff x="0" y="0"/>
          <a:chExt cx="0" cy="0"/>
        </a:xfrm>
      </p:grpSpPr>
      <p:sp>
        <p:nvSpPr>
          <p:cNvPr id="1548" name="Google Shape;1548;p35"/>
          <p:cNvSpPr txBox="1">
            <a:spLocks noGrp="1"/>
          </p:cNvSpPr>
          <p:nvPr>
            <p:ph type="title" idx="2"/>
          </p:nvPr>
        </p:nvSpPr>
        <p:spPr>
          <a:xfrm>
            <a:off x="3931237" y="833838"/>
            <a:ext cx="1482300" cy="77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52" name="Google Shape;1484;p34">
            <a:extLst>
              <a:ext uri="{FF2B5EF4-FFF2-40B4-BE49-F238E27FC236}">
                <a16:creationId xmlns:a16="http://schemas.microsoft.com/office/drawing/2014/main" id="{A5C364EF-87C9-4C69-9586-E47FE940FD73}"/>
              </a:ext>
            </a:extLst>
          </p:cNvPr>
          <p:cNvSpPr txBox="1">
            <a:spLocks noGrp="1"/>
          </p:cNvSpPr>
          <p:nvPr>
            <p:ph type="title"/>
          </p:nvPr>
        </p:nvSpPr>
        <p:spPr>
          <a:xfrm>
            <a:off x="985124" y="833838"/>
            <a:ext cx="3496200" cy="95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PH" sz="4000" dirty="0"/>
              <a:t>Executive Summary</a:t>
            </a:r>
            <a:endParaRPr sz="4000" dirty="0"/>
          </a:p>
        </p:txBody>
      </p:sp>
      <p:grpSp>
        <p:nvGrpSpPr>
          <p:cNvPr id="54" name="Google Shape;1486;p34">
            <a:extLst>
              <a:ext uri="{FF2B5EF4-FFF2-40B4-BE49-F238E27FC236}">
                <a16:creationId xmlns:a16="http://schemas.microsoft.com/office/drawing/2014/main" id="{888AED12-4BD4-4E43-9034-67B1D56CCBBD}"/>
              </a:ext>
            </a:extLst>
          </p:cNvPr>
          <p:cNvGrpSpPr/>
          <p:nvPr/>
        </p:nvGrpSpPr>
        <p:grpSpPr>
          <a:xfrm>
            <a:off x="4878515" y="1342291"/>
            <a:ext cx="4010381" cy="2458905"/>
            <a:chOff x="4939903" y="1223591"/>
            <a:chExt cx="3875139" cy="2375983"/>
          </a:xfrm>
        </p:grpSpPr>
        <p:sp>
          <p:nvSpPr>
            <p:cNvPr id="55" name="Google Shape;1487;p34">
              <a:extLst>
                <a:ext uri="{FF2B5EF4-FFF2-40B4-BE49-F238E27FC236}">
                  <a16:creationId xmlns:a16="http://schemas.microsoft.com/office/drawing/2014/main" id="{B9CB0CE8-87E7-4DB8-B2D7-1C72ED463C9F}"/>
                </a:ext>
              </a:extLst>
            </p:cNvPr>
            <p:cNvSpPr/>
            <p:nvPr/>
          </p:nvSpPr>
          <p:spPr>
            <a:xfrm>
              <a:off x="6524836" y="3540227"/>
              <a:ext cx="141991" cy="59347"/>
            </a:xfrm>
            <a:custGeom>
              <a:avLst/>
              <a:gdLst/>
              <a:ahLst/>
              <a:cxnLst/>
              <a:rect l="l" t="t" r="r" b="b"/>
              <a:pathLst>
                <a:path w="1993" h="833" extrusionOk="0">
                  <a:moveTo>
                    <a:pt x="1425" y="1"/>
                  </a:moveTo>
                  <a:cubicBezTo>
                    <a:pt x="1154" y="1"/>
                    <a:pt x="882" y="144"/>
                    <a:pt x="761" y="144"/>
                  </a:cubicBezTo>
                  <a:cubicBezTo>
                    <a:pt x="732" y="144"/>
                    <a:pt x="711" y="135"/>
                    <a:pt x="702" y="113"/>
                  </a:cubicBezTo>
                  <a:cubicBezTo>
                    <a:pt x="690" y="88"/>
                    <a:pt x="662" y="78"/>
                    <a:pt x="624" y="78"/>
                  </a:cubicBezTo>
                  <a:cubicBezTo>
                    <a:pt x="436" y="78"/>
                    <a:pt x="0" y="339"/>
                    <a:pt x="0" y="339"/>
                  </a:cubicBezTo>
                  <a:cubicBezTo>
                    <a:pt x="0" y="339"/>
                    <a:pt x="276" y="665"/>
                    <a:pt x="527" y="815"/>
                  </a:cubicBezTo>
                  <a:cubicBezTo>
                    <a:pt x="549" y="827"/>
                    <a:pt x="578" y="833"/>
                    <a:pt x="611" y="833"/>
                  </a:cubicBezTo>
                  <a:cubicBezTo>
                    <a:pt x="990" y="833"/>
                    <a:pt x="1992" y="105"/>
                    <a:pt x="1554" y="13"/>
                  </a:cubicBezTo>
                  <a:cubicBezTo>
                    <a:pt x="1512" y="5"/>
                    <a:pt x="1468" y="1"/>
                    <a:pt x="1425"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1488;p34">
              <a:extLst>
                <a:ext uri="{FF2B5EF4-FFF2-40B4-BE49-F238E27FC236}">
                  <a16:creationId xmlns:a16="http://schemas.microsoft.com/office/drawing/2014/main" id="{0E03C195-2D00-4E4B-82EE-1AAF07ED8358}"/>
                </a:ext>
              </a:extLst>
            </p:cNvPr>
            <p:cNvGrpSpPr/>
            <p:nvPr/>
          </p:nvGrpSpPr>
          <p:grpSpPr>
            <a:xfrm>
              <a:off x="4939903" y="1223591"/>
              <a:ext cx="3875139" cy="2353997"/>
              <a:chOff x="2772963" y="2596675"/>
              <a:chExt cx="3598086" cy="2185698"/>
            </a:xfrm>
          </p:grpSpPr>
          <p:sp>
            <p:nvSpPr>
              <p:cNvPr id="57" name="Google Shape;1489;p34">
                <a:extLst>
                  <a:ext uri="{FF2B5EF4-FFF2-40B4-BE49-F238E27FC236}">
                    <a16:creationId xmlns:a16="http://schemas.microsoft.com/office/drawing/2014/main" id="{75716D74-59B4-491C-8FDE-EDEF82755A0E}"/>
                  </a:ext>
                </a:extLst>
              </p:cNvPr>
              <p:cNvSpPr/>
              <p:nvPr/>
            </p:nvSpPr>
            <p:spPr>
              <a:xfrm>
                <a:off x="2772963" y="3173417"/>
                <a:ext cx="3598086" cy="1157161"/>
              </a:xfrm>
              <a:custGeom>
                <a:avLst/>
                <a:gdLst/>
                <a:ahLst/>
                <a:cxnLst/>
                <a:rect l="l" t="t" r="r" b="b"/>
                <a:pathLst>
                  <a:path w="50503" h="16242" extrusionOk="0">
                    <a:moveTo>
                      <a:pt x="40151" y="1"/>
                    </a:moveTo>
                    <a:lnTo>
                      <a:pt x="11179" y="7695"/>
                    </a:lnTo>
                    <a:lnTo>
                      <a:pt x="11104" y="7720"/>
                    </a:lnTo>
                    <a:lnTo>
                      <a:pt x="8246" y="12081"/>
                    </a:lnTo>
                    <a:lnTo>
                      <a:pt x="4462" y="10627"/>
                    </a:lnTo>
                    <a:lnTo>
                      <a:pt x="2106" y="15815"/>
                    </a:lnTo>
                    <a:lnTo>
                      <a:pt x="1" y="15815"/>
                    </a:lnTo>
                    <a:lnTo>
                      <a:pt x="1" y="16241"/>
                    </a:lnTo>
                    <a:lnTo>
                      <a:pt x="2382" y="16241"/>
                    </a:lnTo>
                    <a:lnTo>
                      <a:pt x="4662" y="11154"/>
                    </a:lnTo>
                    <a:lnTo>
                      <a:pt x="8397" y="12582"/>
                    </a:lnTo>
                    <a:lnTo>
                      <a:pt x="11354" y="8071"/>
                    </a:lnTo>
                    <a:lnTo>
                      <a:pt x="40051" y="452"/>
                    </a:lnTo>
                    <a:lnTo>
                      <a:pt x="43986" y="3810"/>
                    </a:lnTo>
                    <a:lnTo>
                      <a:pt x="47720" y="427"/>
                    </a:lnTo>
                    <a:lnTo>
                      <a:pt x="50502" y="427"/>
                    </a:lnTo>
                    <a:lnTo>
                      <a:pt x="50502" y="26"/>
                    </a:lnTo>
                    <a:lnTo>
                      <a:pt x="47570" y="26"/>
                    </a:lnTo>
                    <a:lnTo>
                      <a:pt x="43961" y="3259"/>
                    </a:lnTo>
                    <a:lnTo>
                      <a:pt x="401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90;p34">
                <a:extLst>
                  <a:ext uri="{FF2B5EF4-FFF2-40B4-BE49-F238E27FC236}">
                    <a16:creationId xmlns:a16="http://schemas.microsoft.com/office/drawing/2014/main" id="{32C4FACC-04EE-432D-89D2-9F1C61524839}"/>
                  </a:ext>
                </a:extLst>
              </p:cNvPr>
              <p:cNvSpPr/>
              <p:nvPr/>
            </p:nvSpPr>
            <p:spPr>
              <a:xfrm>
                <a:off x="3314012" y="2739525"/>
                <a:ext cx="2226762" cy="1473204"/>
              </a:xfrm>
              <a:custGeom>
                <a:avLst/>
                <a:gdLst/>
                <a:ahLst/>
                <a:cxnLst/>
                <a:rect l="l" t="t" r="r" b="b"/>
                <a:pathLst>
                  <a:path w="31255" h="20678" extrusionOk="0">
                    <a:moveTo>
                      <a:pt x="1354" y="0"/>
                    </a:moveTo>
                    <a:cubicBezTo>
                      <a:pt x="627" y="0"/>
                      <a:pt x="1" y="627"/>
                      <a:pt x="1" y="1379"/>
                    </a:cubicBezTo>
                    <a:lnTo>
                      <a:pt x="1" y="19324"/>
                    </a:lnTo>
                    <a:cubicBezTo>
                      <a:pt x="1" y="20051"/>
                      <a:pt x="627" y="20677"/>
                      <a:pt x="1354" y="20677"/>
                    </a:cubicBezTo>
                    <a:lnTo>
                      <a:pt x="29901" y="20677"/>
                    </a:lnTo>
                    <a:cubicBezTo>
                      <a:pt x="30627" y="20677"/>
                      <a:pt x="31254" y="20051"/>
                      <a:pt x="31254" y="19324"/>
                    </a:cubicBezTo>
                    <a:lnTo>
                      <a:pt x="31254" y="1379"/>
                    </a:lnTo>
                    <a:cubicBezTo>
                      <a:pt x="31254" y="627"/>
                      <a:pt x="30627" y="0"/>
                      <a:pt x="29901" y="0"/>
                    </a:cubicBezTo>
                    <a:close/>
                  </a:path>
                </a:pathLst>
              </a:custGeom>
              <a:solidFill>
                <a:srgbClr val="FDE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91;p34">
                <a:extLst>
                  <a:ext uri="{FF2B5EF4-FFF2-40B4-BE49-F238E27FC236}">
                    <a16:creationId xmlns:a16="http://schemas.microsoft.com/office/drawing/2014/main" id="{01F129B7-D674-4E2A-938F-BF3270EF6CFA}"/>
                  </a:ext>
                </a:extLst>
              </p:cNvPr>
              <p:cNvSpPr/>
              <p:nvPr/>
            </p:nvSpPr>
            <p:spPr>
              <a:xfrm>
                <a:off x="4110411" y="3980571"/>
                <a:ext cx="637572" cy="551793"/>
              </a:xfrm>
              <a:custGeom>
                <a:avLst/>
                <a:gdLst/>
                <a:ahLst/>
                <a:cxnLst/>
                <a:rect l="l" t="t" r="r" b="b"/>
                <a:pathLst>
                  <a:path w="8949" h="7745" extrusionOk="0">
                    <a:moveTo>
                      <a:pt x="552" y="0"/>
                    </a:moveTo>
                    <a:lnTo>
                      <a:pt x="1" y="7744"/>
                    </a:lnTo>
                    <a:lnTo>
                      <a:pt x="8948" y="7744"/>
                    </a:lnTo>
                    <a:lnTo>
                      <a:pt x="8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92;p34">
                <a:extLst>
                  <a:ext uri="{FF2B5EF4-FFF2-40B4-BE49-F238E27FC236}">
                    <a16:creationId xmlns:a16="http://schemas.microsoft.com/office/drawing/2014/main" id="{D154ED6A-645B-4A86-B321-EBB655503241}"/>
                  </a:ext>
                </a:extLst>
              </p:cNvPr>
              <p:cNvSpPr/>
              <p:nvPr/>
            </p:nvSpPr>
            <p:spPr>
              <a:xfrm>
                <a:off x="3314012" y="2739525"/>
                <a:ext cx="2226762" cy="1473204"/>
              </a:xfrm>
              <a:custGeom>
                <a:avLst/>
                <a:gdLst/>
                <a:ahLst/>
                <a:cxnLst/>
                <a:rect l="l" t="t" r="r" b="b"/>
                <a:pathLst>
                  <a:path w="31255" h="20678" extrusionOk="0">
                    <a:moveTo>
                      <a:pt x="1354" y="0"/>
                    </a:moveTo>
                    <a:cubicBezTo>
                      <a:pt x="627" y="0"/>
                      <a:pt x="1" y="627"/>
                      <a:pt x="1" y="1379"/>
                    </a:cubicBezTo>
                    <a:lnTo>
                      <a:pt x="1" y="19324"/>
                    </a:lnTo>
                    <a:cubicBezTo>
                      <a:pt x="1" y="20051"/>
                      <a:pt x="627" y="20677"/>
                      <a:pt x="1354" y="20677"/>
                    </a:cubicBezTo>
                    <a:lnTo>
                      <a:pt x="29901" y="20677"/>
                    </a:lnTo>
                    <a:cubicBezTo>
                      <a:pt x="30627" y="20677"/>
                      <a:pt x="31254" y="20051"/>
                      <a:pt x="31254" y="19324"/>
                    </a:cubicBezTo>
                    <a:lnTo>
                      <a:pt x="31254" y="1379"/>
                    </a:lnTo>
                    <a:cubicBezTo>
                      <a:pt x="31254" y="627"/>
                      <a:pt x="30627" y="0"/>
                      <a:pt x="29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493;p34">
                <a:extLst>
                  <a:ext uri="{FF2B5EF4-FFF2-40B4-BE49-F238E27FC236}">
                    <a16:creationId xmlns:a16="http://schemas.microsoft.com/office/drawing/2014/main" id="{B3047EF3-DBF8-47A9-AE6C-E314AED6EA0A}"/>
                  </a:ext>
                </a:extLst>
              </p:cNvPr>
              <p:cNvSpPr/>
              <p:nvPr/>
            </p:nvSpPr>
            <p:spPr>
              <a:xfrm>
                <a:off x="3401503" y="2837703"/>
                <a:ext cx="2035683" cy="1044665"/>
              </a:xfrm>
              <a:custGeom>
                <a:avLst/>
                <a:gdLst/>
                <a:ahLst/>
                <a:cxnLst/>
                <a:rect l="l" t="t" r="r" b="b"/>
                <a:pathLst>
                  <a:path w="28573" h="14663" extrusionOk="0">
                    <a:moveTo>
                      <a:pt x="1" y="1"/>
                    </a:moveTo>
                    <a:lnTo>
                      <a:pt x="1" y="14663"/>
                    </a:lnTo>
                    <a:lnTo>
                      <a:pt x="28572" y="14663"/>
                    </a:lnTo>
                    <a:lnTo>
                      <a:pt x="28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94;p34">
                <a:extLst>
                  <a:ext uri="{FF2B5EF4-FFF2-40B4-BE49-F238E27FC236}">
                    <a16:creationId xmlns:a16="http://schemas.microsoft.com/office/drawing/2014/main" id="{AEE61717-962E-4ABD-BBBD-A8CB7A69BE6C}"/>
                  </a:ext>
                </a:extLst>
              </p:cNvPr>
              <p:cNvSpPr/>
              <p:nvPr/>
            </p:nvSpPr>
            <p:spPr>
              <a:xfrm>
                <a:off x="3314012" y="3969813"/>
                <a:ext cx="2226762" cy="242945"/>
              </a:xfrm>
              <a:custGeom>
                <a:avLst/>
                <a:gdLst/>
                <a:ahLst/>
                <a:cxnLst/>
                <a:rect l="l" t="t" r="r" b="b"/>
                <a:pathLst>
                  <a:path w="31255" h="3410" extrusionOk="0">
                    <a:moveTo>
                      <a:pt x="1" y="1"/>
                    </a:moveTo>
                    <a:lnTo>
                      <a:pt x="1" y="2056"/>
                    </a:lnTo>
                    <a:cubicBezTo>
                      <a:pt x="1" y="2783"/>
                      <a:pt x="627" y="3409"/>
                      <a:pt x="1354" y="3409"/>
                    </a:cubicBezTo>
                    <a:lnTo>
                      <a:pt x="29901" y="3409"/>
                    </a:lnTo>
                    <a:cubicBezTo>
                      <a:pt x="30627" y="3409"/>
                      <a:pt x="31254" y="2783"/>
                      <a:pt x="31254" y="2056"/>
                    </a:cubicBezTo>
                    <a:lnTo>
                      <a:pt x="31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95;p34">
                <a:extLst>
                  <a:ext uri="{FF2B5EF4-FFF2-40B4-BE49-F238E27FC236}">
                    <a16:creationId xmlns:a16="http://schemas.microsoft.com/office/drawing/2014/main" id="{3E4D2AD9-4C87-4B73-A6B3-CD4F073EE4F7}"/>
                  </a:ext>
                </a:extLst>
              </p:cNvPr>
              <p:cNvSpPr/>
              <p:nvPr/>
            </p:nvSpPr>
            <p:spPr>
              <a:xfrm>
                <a:off x="3799703" y="4444815"/>
                <a:ext cx="1228549" cy="87560"/>
              </a:xfrm>
              <a:custGeom>
                <a:avLst/>
                <a:gdLst/>
                <a:ahLst/>
                <a:cxnLst/>
                <a:rect l="l" t="t" r="r" b="b"/>
                <a:pathLst>
                  <a:path w="17244" h="1229" extrusionOk="0">
                    <a:moveTo>
                      <a:pt x="1" y="0"/>
                    </a:moveTo>
                    <a:lnTo>
                      <a:pt x="1" y="1228"/>
                    </a:lnTo>
                    <a:lnTo>
                      <a:pt x="17244" y="1228"/>
                    </a:lnTo>
                    <a:lnTo>
                      <a:pt x="172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496;p34">
                <a:extLst>
                  <a:ext uri="{FF2B5EF4-FFF2-40B4-BE49-F238E27FC236}">
                    <a16:creationId xmlns:a16="http://schemas.microsoft.com/office/drawing/2014/main" id="{E3A42FDE-997B-478D-B8B4-45F486FB22C5}"/>
                  </a:ext>
                </a:extLst>
              </p:cNvPr>
              <p:cNvSpPr/>
              <p:nvPr/>
            </p:nvSpPr>
            <p:spPr>
              <a:xfrm>
                <a:off x="5755005" y="2859148"/>
                <a:ext cx="128668" cy="128668"/>
              </a:xfrm>
              <a:custGeom>
                <a:avLst/>
                <a:gdLst/>
                <a:ahLst/>
                <a:cxnLst/>
                <a:rect l="l" t="t" r="r" b="b"/>
                <a:pathLst>
                  <a:path w="1806" h="1806" extrusionOk="0">
                    <a:moveTo>
                      <a:pt x="276" y="1"/>
                    </a:moveTo>
                    <a:lnTo>
                      <a:pt x="1" y="301"/>
                    </a:lnTo>
                    <a:lnTo>
                      <a:pt x="1529" y="1805"/>
                    </a:lnTo>
                    <a:lnTo>
                      <a:pt x="1805" y="1504"/>
                    </a:lnTo>
                    <a:lnTo>
                      <a:pt x="276" y="1"/>
                    </a:lnTo>
                    <a:close/>
                  </a:path>
                </a:pathLst>
              </a:custGeom>
              <a:solidFill>
                <a:srgbClr val="CB6E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497;p34">
                <a:extLst>
                  <a:ext uri="{FF2B5EF4-FFF2-40B4-BE49-F238E27FC236}">
                    <a16:creationId xmlns:a16="http://schemas.microsoft.com/office/drawing/2014/main" id="{C3EC1E2F-5503-4F69-BB41-899DFD84E27A}"/>
                  </a:ext>
                </a:extLst>
              </p:cNvPr>
              <p:cNvSpPr/>
              <p:nvPr/>
            </p:nvSpPr>
            <p:spPr>
              <a:xfrm>
                <a:off x="5755005" y="2860929"/>
                <a:ext cx="126887" cy="126887"/>
              </a:xfrm>
              <a:custGeom>
                <a:avLst/>
                <a:gdLst/>
                <a:ahLst/>
                <a:cxnLst/>
                <a:rect l="l" t="t" r="r" b="b"/>
                <a:pathLst>
                  <a:path w="1781" h="1781" extrusionOk="0">
                    <a:moveTo>
                      <a:pt x="1504" y="1"/>
                    </a:moveTo>
                    <a:lnTo>
                      <a:pt x="1" y="1479"/>
                    </a:lnTo>
                    <a:lnTo>
                      <a:pt x="301" y="1780"/>
                    </a:lnTo>
                    <a:lnTo>
                      <a:pt x="1780" y="276"/>
                    </a:lnTo>
                    <a:lnTo>
                      <a:pt x="1504" y="1"/>
                    </a:lnTo>
                    <a:close/>
                  </a:path>
                </a:pathLst>
              </a:custGeom>
              <a:solidFill>
                <a:srgbClr val="CB6E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498;p34">
                <a:extLst>
                  <a:ext uri="{FF2B5EF4-FFF2-40B4-BE49-F238E27FC236}">
                    <a16:creationId xmlns:a16="http://schemas.microsoft.com/office/drawing/2014/main" id="{94FEDFC3-BA07-4F5C-BA5F-BDC6E9764087}"/>
                  </a:ext>
                </a:extLst>
              </p:cNvPr>
              <p:cNvSpPr/>
              <p:nvPr/>
            </p:nvSpPr>
            <p:spPr>
              <a:xfrm>
                <a:off x="5805021" y="3891228"/>
                <a:ext cx="26859" cy="39398"/>
              </a:xfrm>
              <a:custGeom>
                <a:avLst/>
                <a:gdLst/>
                <a:ahLst/>
                <a:cxnLst/>
                <a:rect l="l" t="t" r="r" b="b"/>
                <a:pathLst>
                  <a:path w="377" h="553" extrusionOk="0">
                    <a:moveTo>
                      <a:pt x="0" y="1"/>
                    </a:moveTo>
                    <a:lnTo>
                      <a:pt x="0" y="552"/>
                    </a:lnTo>
                    <a:lnTo>
                      <a:pt x="376" y="552"/>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499;p34">
                <a:extLst>
                  <a:ext uri="{FF2B5EF4-FFF2-40B4-BE49-F238E27FC236}">
                    <a16:creationId xmlns:a16="http://schemas.microsoft.com/office/drawing/2014/main" id="{77D13F04-DBC8-4B33-9794-AB3161703ADC}"/>
                  </a:ext>
                </a:extLst>
              </p:cNvPr>
              <p:cNvSpPr/>
              <p:nvPr/>
            </p:nvSpPr>
            <p:spPr>
              <a:xfrm>
                <a:off x="5805021" y="3948368"/>
                <a:ext cx="26859" cy="39398"/>
              </a:xfrm>
              <a:custGeom>
                <a:avLst/>
                <a:gdLst/>
                <a:ahLst/>
                <a:cxnLst/>
                <a:rect l="l" t="t" r="r" b="b"/>
                <a:pathLst>
                  <a:path w="377" h="553" extrusionOk="0">
                    <a:moveTo>
                      <a:pt x="0" y="1"/>
                    </a:moveTo>
                    <a:lnTo>
                      <a:pt x="0" y="552"/>
                    </a:lnTo>
                    <a:lnTo>
                      <a:pt x="376" y="552"/>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00;p34">
                <a:extLst>
                  <a:ext uri="{FF2B5EF4-FFF2-40B4-BE49-F238E27FC236}">
                    <a16:creationId xmlns:a16="http://schemas.microsoft.com/office/drawing/2014/main" id="{0B6CA3B2-467A-48EF-AA86-3F5157F817A4}"/>
                  </a:ext>
                </a:extLst>
              </p:cNvPr>
              <p:cNvSpPr/>
              <p:nvPr/>
            </p:nvSpPr>
            <p:spPr>
              <a:xfrm>
                <a:off x="5805021" y="4005508"/>
                <a:ext cx="26859" cy="39398"/>
              </a:xfrm>
              <a:custGeom>
                <a:avLst/>
                <a:gdLst/>
                <a:ahLst/>
                <a:cxnLst/>
                <a:rect l="l" t="t" r="r" b="b"/>
                <a:pathLst>
                  <a:path w="377" h="553" extrusionOk="0">
                    <a:moveTo>
                      <a:pt x="0" y="1"/>
                    </a:moveTo>
                    <a:lnTo>
                      <a:pt x="0" y="552"/>
                    </a:lnTo>
                    <a:lnTo>
                      <a:pt x="376" y="552"/>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01;p34">
                <a:extLst>
                  <a:ext uri="{FF2B5EF4-FFF2-40B4-BE49-F238E27FC236}">
                    <a16:creationId xmlns:a16="http://schemas.microsoft.com/office/drawing/2014/main" id="{A27C9BDC-DFB4-43E2-AF48-F47693D78C9F}"/>
                  </a:ext>
                </a:extLst>
              </p:cNvPr>
              <p:cNvSpPr/>
              <p:nvPr/>
            </p:nvSpPr>
            <p:spPr>
              <a:xfrm>
                <a:off x="5805021" y="4062648"/>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02;p34">
                <a:extLst>
                  <a:ext uri="{FF2B5EF4-FFF2-40B4-BE49-F238E27FC236}">
                    <a16:creationId xmlns:a16="http://schemas.microsoft.com/office/drawing/2014/main" id="{215F14C6-93E1-4977-BF44-ACF31B818336}"/>
                  </a:ext>
                </a:extLst>
              </p:cNvPr>
              <p:cNvSpPr/>
              <p:nvPr/>
            </p:nvSpPr>
            <p:spPr>
              <a:xfrm>
                <a:off x="5805021" y="4119788"/>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03;p34">
                <a:extLst>
                  <a:ext uri="{FF2B5EF4-FFF2-40B4-BE49-F238E27FC236}">
                    <a16:creationId xmlns:a16="http://schemas.microsoft.com/office/drawing/2014/main" id="{C6A7F28B-D61F-4BCD-A603-3EF6CA7F4C6E}"/>
                  </a:ext>
                </a:extLst>
              </p:cNvPr>
              <p:cNvSpPr/>
              <p:nvPr/>
            </p:nvSpPr>
            <p:spPr>
              <a:xfrm>
                <a:off x="5805021" y="4176927"/>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04;p34">
                <a:extLst>
                  <a:ext uri="{FF2B5EF4-FFF2-40B4-BE49-F238E27FC236}">
                    <a16:creationId xmlns:a16="http://schemas.microsoft.com/office/drawing/2014/main" id="{E3A3397A-5E42-44A8-9926-6FABC2C16709}"/>
                  </a:ext>
                </a:extLst>
              </p:cNvPr>
              <p:cNvSpPr/>
              <p:nvPr/>
            </p:nvSpPr>
            <p:spPr>
              <a:xfrm>
                <a:off x="5805021" y="4234067"/>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05;p34">
                <a:extLst>
                  <a:ext uri="{FF2B5EF4-FFF2-40B4-BE49-F238E27FC236}">
                    <a16:creationId xmlns:a16="http://schemas.microsoft.com/office/drawing/2014/main" id="{175EF244-8F31-48A8-9DF7-C162D60D6BEA}"/>
                  </a:ext>
                </a:extLst>
              </p:cNvPr>
              <p:cNvSpPr/>
              <p:nvPr/>
            </p:nvSpPr>
            <p:spPr>
              <a:xfrm>
                <a:off x="5010403" y="4035859"/>
                <a:ext cx="650039" cy="105443"/>
              </a:xfrm>
              <a:custGeom>
                <a:avLst/>
                <a:gdLst/>
                <a:ahLst/>
                <a:cxnLst/>
                <a:rect l="l" t="t" r="r" b="b"/>
                <a:pathLst>
                  <a:path w="9124" h="1480" extrusionOk="0">
                    <a:moveTo>
                      <a:pt x="201" y="1"/>
                    </a:moveTo>
                    <a:lnTo>
                      <a:pt x="0" y="176"/>
                    </a:lnTo>
                    <a:lnTo>
                      <a:pt x="752" y="1029"/>
                    </a:lnTo>
                    <a:cubicBezTo>
                      <a:pt x="930" y="1220"/>
                      <a:pt x="1175" y="1322"/>
                      <a:pt x="1422" y="1322"/>
                    </a:cubicBezTo>
                    <a:cubicBezTo>
                      <a:pt x="1628" y="1322"/>
                      <a:pt x="1835" y="1252"/>
                      <a:pt x="2005" y="1104"/>
                    </a:cubicBezTo>
                    <a:lnTo>
                      <a:pt x="2682" y="527"/>
                    </a:lnTo>
                    <a:cubicBezTo>
                      <a:pt x="2787" y="423"/>
                      <a:pt x="2908" y="371"/>
                      <a:pt x="3033" y="371"/>
                    </a:cubicBezTo>
                    <a:cubicBezTo>
                      <a:pt x="3058" y="371"/>
                      <a:pt x="3083" y="373"/>
                      <a:pt x="3108" y="377"/>
                    </a:cubicBezTo>
                    <a:cubicBezTo>
                      <a:pt x="3284" y="377"/>
                      <a:pt x="3434" y="452"/>
                      <a:pt x="3534" y="577"/>
                    </a:cubicBezTo>
                    <a:lnTo>
                      <a:pt x="4035" y="1129"/>
                    </a:lnTo>
                    <a:cubicBezTo>
                      <a:pt x="4186" y="1329"/>
                      <a:pt x="4411" y="1430"/>
                      <a:pt x="4637" y="1430"/>
                    </a:cubicBezTo>
                    <a:cubicBezTo>
                      <a:pt x="4668" y="1433"/>
                      <a:pt x="4699" y="1434"/>
                      <a:pt x="4730" y="1434"/>
                    </a:cubicBezTo>
                    <a:cubicBezTo>
                      <a:pt x="4943" y="1434"/>
                      <a:pt x="5135" y="1357"/>
                      <a:pt x="5289" y="1204"/>
                    </a:cubicBezTo>
                    <a:lnTo>
                      <a:pt x="5890" y="678"/>
                    </a:lnTo>
                    <a:cubicBezTo>
                      <a:pt x="5995" y="573"/>
                      <a:pt x="6116" y="521"/>
                      <a:pt x="6256" y="521"/>
                    </a:cubicBezTo>
                    <a:cubicBezTo>
                      <a:pt x="6283" y="521"/>
                      <a:pt x="6312" y="523"/>
                      <a:pt x="6341" y="527"/>
                    </a:cubicBezTo>
                    <a:cubicBezTo>
                      <a:pt x="6517" y="552"/>
                      <a:pt x="6667" y="628"/>
                      <a:pt x="6767" y="753"/>
                    </a:cubicBezTo>
                    <a:lnTo>
                      <a:pt x="7068" y="1129"/>
                    </a:lnTo>
                    <a:cubicBezTo>
                      <a:pt x="7244" y="1354"/>
                      <a:pt x="7469" y="1455"/>
                      <a:pt x="7720" y="1480"/>
                    </a:cubicBezTo>
                    <a:cubicBezTo>
                      <a:pt x="7995" y="1480"/>
                      <a:pt x="8221" y="1379"/>
                      <a:pt x="8396" y="1204"/>
                    </a:cubicBezTo>
                    <a:lnTo>
                      <a:pt x="9123" y="427"/>
                    </a:lnTo>
                    <a:lnTo>
                      <a:pt x="8948" y="252"/>
                    </a:lnTo>
                    <a:lnTo>
                      <a:pt x="8221" y="1029"/>
                    </a:lnTo>
                    <a:cubicBezTo>
                      <a:pt x="8112" y="1138"/>
                      <a:pt x="7965" y="1209"/>
                      <a:pt x="7813" y="1209"/>
                    </a:cubicBezTo>
                    <a:cubicBezTo>
                      <a:pt x="7790" y="1209"/>
                      <a:pt x="7767" y="1207"/>
                      <a:pt x="7745" y="1204"/>
                    </a:cubicBezTo>
                    <a:cubicBezTo>
                      <a:pt x="7569" y="1204"/>
                      <a:pt x="7394" y="1129"/>
                      <a:pt x="7294" y="978"/>
                    </a:cubicBezTo>
                    <a:lnTo>
                      <a:pt x="6968" y="602"/>
                    </a:lnTo>
                    <a:cubicBezTo>
                      <a:pt x="6843" y="402"/>
                      <a:pt x="6617" y="277"/>
                      <a:pt x="6366" y="252"/>
                    </a:cubicBezTo>
                    <a:cubicBezTo>
                      <a:pt x="6340" y="249"/>
                      <a:pt x="6315" y="248"/>
                      <a:pt x="6290" y="248"/>
                    </a:cubicBezTo>
                    <a:cubicBezTo>
                      <a:pt x="6069" y="248"/>
                      <a:pt x="5869" y="342"/>
                      <a:pt x="5690" y="477"/>
                    </a:cubicBezTo>
                    <a:lnTo>
                      <a:pt x="5113" y="1029"/>
                    </a:lnTo>
                    <a:cubicBezTo>
                      <a:pt x="4988" y="1129"/>
                      <a:pt x="4812" y="1179"/>
                      <a:pt x="4662" y="1179"/>
                    </a:cubicBezTo>
                    <a:cubicBezTo>
                      <a:pt x="4487" y="1154"/>
                      <a:pt x="4336" y="1079"/>
                      <a:pt x="4236" y="953"/>
                    </a:cubicBezTo>
                    <a:lnTo>
                      <a:pt x="3735" y="402"/>
                    </a:lnTo>
                    <a:cubicBezTo>
                      <a:pt x="3584" y="227"/>
                      <a:pt x="3384" y="126"/>
                      <a:pt x="3133" y="101"/>
                    </a:cubicBezTo>
                    <a:cubicBezTo>
                      <a:pt x="3105" y="98"/>
                      <a:pt x="3077" y="97"/>
                      <a:pt x="3049" y="97"/>
                    </a:cubicBezTo>
                    <a:cubicBezTo>
                      <a:pt x="2852" y="97"/>
                      <a:pt x="2660" y="173"/>
                      <a:pt x="2507" y="327"/>
                    </a:cubicBezTo>
                    <a:lnTo>
                      <a:pt x="1830" y="903"/>
                    </a:lnTo>
                    <a:cubicBezTo>
                      <a:pt x="1703" y="1007"/>
                      <a:pt x="1555" y="1058"/>
                      <a:pt x="1410" y="1058"/>
                    </a:cubicBezTo>
                    <a:cubicBezTo>
                      <a:pt x="1240" y="1058"/>
                      <a:pt x="1074" y="988"/>
                      <a:pt x="953" y="853"/>
                    </a:cubicBezTo>
                    <a:lnTo>
                      <a:pt x="201" y="1"/>
                    </a:lnTo>
                    <a:close/>
                  </a:path>
                </a:pathLst>
              </a:custGeom>
              <a:solidFill>
                <a:srgbClr val="F9A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06;p34">
                <a:extLst>
                  <a:ext uri="{FF2B5EF4-FFF2-40B4-BE49-F238E27FC236}">
                    <a16:creationId xmlns:a16="http://schemas.microsoft.com/office/drawing/2014/main" id="{D10FE042-F822-4052-A9A2-DEDD5A15EE08}"/>
                  </a:ext>
                </a:extLst>
              </p:cNvPr>
              <p:cNvSpPr/>
              <p:nvPr/>
            </p:nvSpPr>
            <p:spPr>
              <a:xfrm>
                <a:off x="3837250" y="2596675"/>
                <a:ext cx="1823160" cy="1139279"/>
              </a:xfrm>
              <a:custGeom>
                <a:avLst/>
                <a:gdLst/>
                <a:ahLst/>
                <a:cxnLst/>
                <a:rect l="l" t="t" r="r" b="b"/>
                <a:pathLst>
                  <a:path w="25590" h="15991" extrusionOk="0">
                    <a:moveTo>
                      <a:pt x="1053" y="0"/>
                    </a:moveTo>
                    <a:cubicBezTo>
                      <a:pt x="476" y="0"/>
                      <a:pt x="0" y="451"/>
                      <a:pt x="0" y="1028"/>
                    </a:cubicBezTo>
                    <a:lnTo>
                      <a:pt x="0" y="14963"/>
                    </a:lnTo>
                    <a:cubicBezTo>
                      <a:pt x="0" y="15539"/>
                      <a:pt x="476" y="15990"/>
                      <a:pt x="1053" y="15990"/>
                    </a:cubicBezTo>
                    <a:lnTo>
                      <a:pt x="24512" y="15990"/>
                    </a:lnTo>
                    <a:cubicBezTo>
                      <a:pt x="25113" y="15990"/>
                      <a:pt x="25589" y="15539"/>
                      <a:pt x="25589" y="14963"/>
                    </a:cubicBezTo>
                    <a:lnTo>
                      <a:pt x="25589" y="1028"/>
                    </a:lnTo>
                    <a:cubicBezTo>
                      <a:pt x="25589" y="451"/>
                      <a:pt x="25113" y="0"/>
                      <a:pt x="245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07;p34">
                <a:extLst>
                  <a:ext uri="{FF2B5EF4-FFF2-40B4-BE49-F238E27FC236}">
                    <a16:creationId xmlns:a16="http://schemas.microsoft.com/office/drawing/2014/main" id="{F6011C04-7998-4D47-9913-B09C43D99A56}"/>
                  </a:ext>
                </a:extLst>
              </p:cNvPr>
              <p:cNvSpPr/>
              <p:nvPr/>
            </p:nvSpPr>
            <p:spPr>
              <a:xfrm>
                <a:off x="3837250" y="2596675"/>
                <a:ext cx="1823160" cy="207180"/>
              </a:xfrm>
              <a:custGeom>
                <a:avLst/>
                <a:gdLst/>
                <a:ahLst/>
                <a:cxnLst/>
                <a:rect l="l" t="t" r="r" b="b"/>
                <a:pathLst>
                  <a:path w="25590" h="2908" extrusionOk="0">
                    <a:moveTo>
                      <a:pt x="1053" y="0"/>
                    </a:moveTo>
                    <a:cubicBezTo>
                      <a:pt x="476" y="0"/>
                      <a:pt x="0" y="451"/>
                      <a:pt x="0" y="1028"/>
                    </a:cubicBezTo>
                    <a:lnTo>
                      <a:pt x="0" y="2908"/>
                    </a:lnTo>
                    <a:lnTo>
                      <a:pt x="25589" y="2908"/>
                    </a:lnTo>
                    <a:lnTo>
                      <a:pt x="25589" y="1028"/>
                    </a:lnTo>
                    <a:cubicBezTo>
                      <a:pt x="25589" y="451"/>
                      <a:pt x="25113" y="0"/>
                      <a:pt x="24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08;p34">
                <a:extLst>
                  <a:ext uri="{FF2B5EF4-FFF2-40B4-BE49-F238E27FC236}">
                    <a16:creationId xmlns:a16="http://schemas.microsoft.com/office/drawing/2014/main" id="{210A7ED6-1F1A-4F79-8499-60E15CD2B817}"/>
                  </a:ext>
                </a:extLst>
              </p:cNvPr>
              <p:cNvSpPr/>
              <p:nvPr/>
            </p:nvSpPr>
            <p:spPr>
              <a:xfrm>
                <a:off x="3946115" y="2664502"/>
                <a:ext cx="75092" cy="73311"/>
              </a:xfrm>
              <a:custGeom>
                <a:avLst/>
                <a:gdLst/>
                <a:ahLst/>
                <a:cxnLst/>
                <a:rect l="l" t="t" r="r" b="b"/>
                <a:pathLst>
                  <a:path w="1054" h="1029" extrusionOk="0">
                    <a:moveTo>
                      <a:pt x="527" y="1"/>
                    </a:moveTo>
                    <a:cubicBezTo>
                      <a:pt x="227" y="1"/>
                      <a:pt x="1" y="226"/>
                      <a:pt x="1" y="502"/>
                    </a:cubicBezTo>
                    <a:cubicBezTo>
                      <a:pt x="1" y="803"/>
                      <a:pt x="227" y="1028"/>
                      <a:pt x="527" y="1028"/>
                    </a:cubicBezTo>
                    <a:cubicBezTo>
                      <a:pt x="803" y="1028"/>
                      <a:pt x="1054" y="803"/>
                      <a:pt x="1054" y="502"/>
                    </a:cubicBezTo>
                    <a:cubicBezTo>
                      <a:pt x="1054" y="226"/>
                      <a:pt x="803" y="1"/>
                      <a:pt x="5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09;p34">
                <a:extLst>
                  <a:ext uri="{FF2B5EF4-FFF2-40B4-BE49-F238E27FC236}">
                    <a16:creationId xmlns:a16="http://schemas.microsoft.com/office/drawing/2014/main" id="{3269F728-D40A-47C6-A7E8-D4EFE734A9B7}"/>
                  </a:ext>
                </a:extLst>
              </p:cNvPr>
              <p:cNvSpPr/>
              <p:nvPr/>
            </p:nvSpPr>
            <p:spPr>
              <a:xfrm>
                <a:off x="4040803" y="2664502"/>
                <a:ext cx="75021" cy="73311"/>
              </a:xfrm>
              <a:custGeom>
                <a:avLst/>
                <a:gdLst/>
                <a:ahLst/>
                <a:cxnLst/>
                <a:rect l="l" t="t" r="r" b="b"/>
                <a:pathLst>
                  <a:path w="1053" h="1029" extrusionOk="0">
                    <a:moveTo>
                      <a:pt x="527" y="1"/>
                    </a:moveTo>
                    <a:cubicBezTo>
                      <a:pt x="251" y="1"/>
                      <a:pt x="0" y="226"/>
                      <a:pt x="0" y="502"/>
                    </a:cubicBezTo>
                    <a:cubicBezTo>
                      <a:pt x="0" y="803"/>
                      <a:pt x="251" y="1028"/>
                      <a:pt x="527" y="1028"/>
                    </a:cubicBezTo>
                    <a:cubicBezTo>
                      <a:pt x="827" y="1028"/>
                      <a:pt x="1053" y="803"/>
                      <a:pt x="1053" y="502"/>
                    </a:cubicBezTo>
                    <a:cubicBezTo>
                      <a:pt x="1053" y="226"/>
                      <a:pt x="827" y="1"/>
                      <a:pt x="5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10;p34">
                <a:extLst>
                  <a:ext uri="{FF2B5EF4-FFF2-40B4-BE49-F238E27FC236}">
                    <a16:creationId xmlns:a16="http://schemas.microsoft.com/office/drawing/2014/main" id="{19F22AD3-DB65-4A1D-9141-FB9CDEC126C3}"/>
                  </a:ext>
                </a:extLst>
              </p:cNvPr>
              <p:cNvSpPr/>
              <p:nvPr/>
            </p:nvSpPr>
            <p:spPr>
              <a:xfrm>
                <a:off x="4133637" y="2664502"/>
                <a:ext cx="75092" cy="73311"/>
              </a:xfrm>
              <a:custGeom>
                <a:avLst/>
                <a:gdLst/>
                <a:ahLst/>
                <a:cxnLst/>
                <a:rect l="l" t="t" r="r" b="b"/>
                <a:pathLst>
                  <a:path w="1054" h="1029" extrusionOk="0">
                    <a:moveTo>
                      <a:pt x="527" y="1"/>
                    </a:moveTo>
                    <a:cubicBezTo>
                      <a:pt x="226" y="1"/>
                      <a:pt x="1" y="226"/>
                      <a:pt x="1" y="502"/>
                    </a:cubicBezTo>
                    <a:cubicBezTo>
                      <a:pt x="1" y="803"/>
                      <a:pt x="226" y="1028"/>
                      <a:pt x="527" y="1028"/>
                    </a:cubicBezTo>
                    <a:cubicBezTo>
                      <a:pt x="803" y="1028"/>
                      <a:pt x="1053" y="803"/>
                      <a:pt x="1053" y="502"/>
                    </a:cubicBezTo>
                    <a:cubicBezTo>
                      <a:pt x="1053" y="226"/>
                      <a:pt x="803" y="1"/>
                      <a:pt x="5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11;p34">
                <a:extLst>
                  <a:ext uri="{FF2B5EF4-FFF2-40B4-BE49-F238E27FC236}">
                    <a16:creationId xmlns:a16="http://schemas.microsoft.com/office/drawing/2014/main" id="{58030D8A-D67C-41A8-A68B-FC0E5A409D1C}"/>
                  </a:ext>
                </a:extLst>
              </p:cNvPr>
              <p:cNvSpPr/>
              <p:nvPr/>
            </p:nvSpPr>
            <p:spPr>
              <a:xfrm>
                <a:off x="4030044" y="3252002"/>
                <a:ext cx="226844" cy="353589"/>
              </a:xfrm>
              <a:custGeom>
                <a:avLst/>
                <a:gdLst/>
                <a:ahLst/>
                <a:cxnLst/>
                <a:rect l="l" t="t" r="r" b="b"/>
                <a:pathLst>
                  <a:path w="3184" h="4963" extrusionOk="0">
                    <a:moveTo>
                      <a:pt x="1" y="0"/>
                    </a:moveTo>
                    <a:lnTo>
                      <a:pt x="1" y="4963"/>
                    </a:lnTo>
                    <a:lnTo>
                      <a:pt x="3184" y="4963"/>
                    </a:lnTo>
                    <a:lnTo>
                      <a:pt x="31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12;p34">
                <a:extLst>
                  <a:ext uri="{FF2B5EF4-FFF2-40B4-BE49-F238E27FC236}">
                    <a16:creationId xmlns:a16="http://schemas.microsoft.com/office/drawing/2014/main" id="{6DC93E7B-2A63-4D80-9783-1A53A9CE2131}"/>
                  </a:ext>
                </a:extLst>
              </p:cNvPr>
              <p:cNvSpPr/>
              <p:nvPr/>
            </p:nvSpPr>
            <p:spPr>
              <a:xfrm>
                <a:off x="4313964" y="3143066"/>
                <a:ext cx="226844" cy="462523"/>
              </a:xfrm>
              <a:custGeom>
                <a:avLst/>
                <a:gdLst/>
                <a:ahLst/>
                <a:cxnLst/>
                <a:rect l="l" t="t" r="r" b="b"/>
                <a:pathLst>
                  <a:path w="3184" h="6492" extrusionOk="0">
                    <a:moveTo>
                      <a:pt x="1" y="1"/>
                    </a:moveTo>
                    <a:lnTo>
                      <a:pt x="1" y="6492"/>
                    </a:lnTo>
                    <a:lnTo>
                      <a:pt x="3184" y="6492"/>
                    </a:lnTo>
                    <a:lnTo>
                      <a:pt x="31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13;p34">
                <a:extLst>
                  <a:ext uri="{FF2B5EF4-FFF2-40B4-BE49-F238E27FC236}">
                    <a16:creationId xmlns:a16="http://schemas.microsoft.com/office/drawing/2014/main" id="{0CCEB6B3-A04F-46B3-A005-DCFFF2540BBE}"/>
                  </a:ext>
                </a:extLst>
              </p:cNvPr>
              <p:cNvSpPr/>
              <p:nvPr/>
            </p:nvSpPr>
            <p:spPr>
              <a:xfrm>
                <a:off x="4590758" y="3034130"/>
                <a:ext cx="226844" cy="571456"/>
              </a:xfrm>
              <a:custGeom>
                <a:avLst/>
                <a:gdLst/>
                <a:ahLst/>
                <a:cxnLst/>
                <a:rect l="l" t="t" r="r" b="b"/>
                <a:pathLst>
                  <a:path w="3184" h="8021" extrusionOk="0">
                    <a:moveTo>
                      <a:pt x="1" y="1"/>
                    </a:moveTo>
                    <a:lnTo>
                      <a:pt x="1" y="8021"/>
                    </a:lnTo>
                    <a:lnTo>
                      <a:pt x="3184" y="8021"/>
                    </a:lnTo>
                    <a:lnTo>
                      <a:pt x="31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14;p34">
                <a:extLst>
                  <a:ext uri="{FF2B5EF4-FFF2-40B4-BE49-F238E27FC236}">
                    <a16:creationId xmlns:a16="http://schemas.microsoft.com/office/drawing/2014/main" id="{72C31589-9E34-432B-9672-A746F468A76E}"/>
                  </a:ext>
                </a:extLst>
              </p:cNvPr>
              <p:cNvSpPr/>
              <p:nvPr/>
            </p:nvSpPr>
            <p:spPr>
              <a:xfrm>
                <a:off x="4880021" y="2873469"/>
                <a:ext cx="228625" cy="732114"/>
              </a:xfrm>
              <a:custGeom>
                <a:avLst/>
                <a:gdLst/>
                <a:ahLst/>
                <a:cxnLst/>
                <a:rect l="l" t="t" r="r" b="b"/>
                <a:pathLst>
                  <a:path w="3209" h="10276" extrusionOk="0">
                    <a:moveTo>
                      <a:pt x="1" y="0"/>
                    </a:moveTo>
                    <a:lnTo>
                      <a:pt x="1" y="10276"/>
                    </a:lnTo>
                    <a:lnTo>
                      <a:pt x="3209" y="10276"/>
                    </a:lnTo>
                    <a:lnTo>
                      <a:pt x="32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15;p34">
                <a:extLst>
                  <a:ext uri="{FF2B5EF4-FFF2-40B4-BE49-F238E27FC236}">
                    <a16:creationId xmlns:a16="http://schemas.microsoft.com/office/drawing/2014/main" id="{97A05BBA-F13D-41C4-9BE9-0ADA81A07139}"/>
                  </a:ext>
                </a:extLst>
              </p:cNvPr>
              <p:cNvSpPr/>
              <p:nvPr/>
            </p:nvSpPr>
            <p:spPr>
              <a:xfrm>
                <a:off x="5165721" y="3135941"/>
                <a:ext cx="226844" cy="469647"/>
              </a:xfrm>
              <a:custGeom>
                <a:avLst/>
                <a:gdLst/>
                <a:ahLst/>
                <a:cxnLst/>
                <a:rect l="l" t="t" r="r" b="b"/>
                <a:pathLst>
                  <a:path w="3184" h="6592" extrusionOk="0">
                    <a:moveTo>
                      <a:pt x="1" y="0"/>
                    </a:moveTo>
                    <a:lnTo>
                      <a:pt x="1" y="6592"/>
                    </a:lnTo>
                    <a:lnTo>
                      <a:pt x="3184" y="6592"/>
                    </a:lnTo>
                    <a:lnTo>
                      <a:pt x="31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16;p34">
                <a:extLst>
                  <a:ext uri="{FF2B5EF4-FFF2-40B4-BE49-F238E27FC236}">
                    <a16:creationId xmlns:a16="http://schemas.microsoft.com/office/drawing/2014/main" id="{0F0DAC64-60C3-4E5D-BC27-0784DFF2B60E}"/>
                  </a:ext>
                </a:extLst>
              </p:cNvPr>
              <p:cNvSpPr/>
              <p:nvPr/>
            </p:nvSpPr>
            <p:spPr>
              <a:xfrm>
                <a:off x="5465742" y="2721642"/>
                <a:ext cx="226844" cy="883937"/>
              </a:xfrm>
              <a:custGeom>
                <a:avLst/>
                <a:gdLst/>
                <a:ahLst/>
                <a:cxnLst/>
                <a:rect l="l" t="t" r="r" b="b"/>
                <a:pathLst>
                  <a:path w="3184" h="12407" extrusionOk="0">
                    <a:moveTo>
                      <a:pt x="0" y="1"/>
                    </a:moveTo>
                    <a:lnTo>
                      <a:pt x="0" y="12407"/>
                    </a:lnTo>
                    <a:lnTo>
                      <a:pt x="3183" y="12407"/>
                    </a:lnTo>
                    <a:lnTo>
                      <a:pt x="31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17;p34">
                <a:extLst>
                  <a:ext uri="{FF2B5EF4-FFF2-40B4-BE49-F238E27FC236}">
                    <a16:creationId xmlns:a16="http://schemas.microsoft.com/office/drawing/2014/main" id="{D005AD8C-E4E7-481A-A51E-CCE180523BD9}"/>
                  </a:ext>
                </a:extLst>
              </p:cNvPr>
              <p:cNvSpPr/>
              <p:nvPr/>
            </p:nvSpPr>
            <p:spPr>
              <a:xfrm>
                <a:off x="3908639" y="2869835"/>
                <a:ext cx="1910648" cy="807206"/>
              </a:xfrm>
              <a:custGeom>
                <a:avLst/>
                <a:gdLst/>
                <a:ahLst/>
                <a:cxnLst/>
                <a:rect l="l" t="t" r="r" b="b"/>
                <a:pathLst>
                  <a:path w="26818" h="11330" extrusionOk="0">
                    <a:moveTo>
                      <a:pt x="1" y="1"/>
                    </a:moveTo>
                    <a:lnTo>
                      <a:pt x="1" y="11329"/>
                    </a:lnTo>
                    <a:lnTo>
                      <a:pt x="26818" y="11329"/>
                    </a:lnTo>
                    <a:lnTo>
                      <a:pt x="26818" y="10928"/>
                    </a:lnTo>
                    <a:lnTo>
                      <a:pt x="427" y="10928"/>
                    </a:lnTo>
                    <a:lnTo>
                      <a:pt x="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518;p34">
                <a:extLst>
                  <a:ext uri="{FF2B5EF4-FFF2-40B4-BE49-F238E27FC236}">
                    <a16:creationId xmlns:a16="http://schemas.microsoft.com/office/drawing/2014/main" id="{03237C0F-124C-4B88-B124-A069E8730FFF}"/>
                  </a:ext>
                </a:extLst>
              </p:cNvPr>
              <p:cNvSpPr/>
              <p:nvPr/>
            </p:nvSpPr>
            <p:spPr>
              <a:xfrm>
                <a:off x="3217615" y="3034130"/>
                <a:ext cx="544668" cy="23297"/>
              </a:xfrm>
              <a:custGeom>
                <a:avLst/>
                <a:gdLst/>
                <a:ahLst/>
                <a:cxnLst/>
                <a:rect l="l" t="t" r="r" b="b"/>
                <a:pathLst>
                  <a:path w="7645" h="327" extrusionOk="0">
                    <a:moveTo>
                      <a:pt x="0" y="1"/>
                    </a:moveTo>
                    <a:lnTo>
                      <a:pt x="0" y="327"/>
                    </a:lnTo>
                    <a:lnTo>
                      <a:pt x="7644" y="327"/>
                    </a:lnTo>
                    <a:lnTo>
                      <a:pt x="76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519;p34">
                <a:extLst>
                  <a:ext uri="{FF2B5EF4-FFF2-40B4-BE49-F238E27FC236}">
                    <a16:creationId xmlns:a16="http://schemas.microsoft.com/office/drawing/2014/main" id="{47066D64-22A5-48F1-8805-195CECB60C1A}"/>
                  </a:ext>
                </a:extLst>
              </p:cNvPr>
              <p:cNvSpPr/>
              <p:nvPr/>
            </p:nvSpPr>
            <p:spPr>
              <a:xfrm>
                <a:off x="3228302" y="3109153"/>
                <a:ext cx="300084" cy="21516"/>
              </a:xfrm>
              <a:custGeom>
                <a:avLst/>
                <a:gdLst/>
                <a:ahLst/>
                <a:cxnLst/>
                <a:rect l="l" t="t" r="r" b="b"/>
                <a:pathLst>
                  <a:path w="4212" h="302" extrusionOk="0">
                    <a:moveTo>
                      <a:pt x="1" y="0"/>
                    </a:moveTo>
                    <a:lnTo>
                      <a:pt x="1" y="301"/>
                    </a:lnTo>
                    <a:lnTo>
                      <a:pt x="4211" y="301"/>
                    </a:lnTo>
                    <a:lnTo>
                      <a:pt x="42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520;p34">
                <a:extLst>
                  <a:ext uri="{FF2B5EF4-FFF2-40B4-BE49-F238E27FC236}">
                    <a16:creationId xmlns:a16="http://schemas.microsoft.com/office/drawing/2014/main" id="{7CB124DF-455C-43DA-A613-E79C58CD2E1C}"/>
                  </a:ext>
                </a:extLst>
              </p:cNvPr>
              <p:cNvSpPr/>
              <p:nvPr/>
            </p:nvSpPr>
            <p:spPr>
              <a:xfrm>
                <a:off x="3547916" y="3321610"/>
                <a:ext cx="150113" cy="150113"/>
              </a:xfrm>
              <a:custGeom>
                <a:avLst/>
                <a:gdLst/>
                <a:ahLst/>
                <a:cxnLst/>
                <a:rect l="l" t="t" r="r" b="b"/>
                <a:pathLst>
                  <a:path w="2107" h="2107" extrusionOk="0">
                    <a:moveTo>
                      <a:pt x="1054" y="427"/>
                    </a:moveTo>
                    <a:cubicBezTo>
                      <a:pt x="1404" y="427"/>
                      <a:pt x="1680" y="703"/>
                      <a:pt x="1680" y="1053"/>
                    </a:cubicBezTo>
                    <a:cubicBezTo>
                      <a:pt x="1680" y="1404"/>
                      <a:pt x="1404" y="1705"/>
                      <a:pt x="1054" y="1705"/>
                    </a:cubicBezTo>
                    <a:cubicBezTo>
                      <a:pt x="703" y="1705"/>
                      <a:pt x="427" y="1404"/>
                      <a:pt x="427" y="1053"/>
                    </a:cubicBezTo>
                    <a:cubicBezTo>
                      <a:pt x="427" y="703"/>
                      <a:pt x="703" y="427"/>
                      <a:pt x="1054" y="427"/>
                    </a:cubicBezTo>
                    <a:close/>
                    <a:moveTo>
                      <a:pt x="1054" y="1"/>
                    </a:moveTo>
                    <a:cubicBezTo>
                      <a:pt x="477" y="1"/>
                      <a:pt x="1" y="477"/>
                      <a:pt x="1" y="1053"/>
                    </a:cubicBezTo>
                    <a:cubicBezTo>
                      <a:pt x="1" y="1630"/>
                      <a:pt x="477" y="2106"/>
                      <a:pt x="1054" y="2106"/>
                    </a:cubicBezTo>
                    <a:cubicBezTo>
                      <a:pt x="1630" y="2106"/>
                      <a:pt x="2106" y="1630"/>
                      <a:pt x="2106" y="1053"/>
                    </a:cubicBezTo>
                    <a:cubicBezTo>
                      <a:pt x="2106" y="477"/>
                      <a:pt x="1630" y="1"/>
                      <a:pt x="10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521;p34">
                <a:extLst>
                  <a:ext uri="{FF2B5EF4-FFF2-40B4-BE49-F238E27FC236}">
                    <a16:creationId xmlns:a16="http://schemas.microsoft.com/office/drawing/2014/main" id="{7810E1E7-B0E1-4D80-B79B-877A6CBBA9A1}"/>
                  </a:ext>
                </a:extLst>
              </p:cNvPr>
              <p:cNvSpPr/>
              <p:nvPr/>
            </p:nvSpPr>
            <p:spPr>
              <a:xfrm>
                <a:off x="5846059" y="3373407"/>
                <a:ext cx="109005" cy="110786"/>
              </a:xfrm>
              <a:custGeom>
                <a:avLst/>
                <a:gdLst/>
                <a:ahLst/>
                <a:cxnLst/>
                <a:rect l="l" t="t" r="r" b="b"/>
                <a:pathLst>
                  <a:path w="1530" h="1555" extrusionOk="0">
                    <a:moveTo>
                      <a:pt x="778" y="1"/>
                    </a:moveTo>
                    <a:cubicBezTo>
                      <a:pt x="352" y="1"/>
                      <a:pt x="1" y="352"/>
                      <a:pt x="1" y="778"/>
                    </a:cubicBezTo>
                    <a:cubicBezTo>
                      <a:pt x="1" y="1204"/>
                      <a:pt x="352" y="1555"/>
                      <a:pt x="778" y="1555"/>
                    </a:cubicBezTo>
                    <a:cubicBezTo>
                      <a:pt x="1179" y="1555"/>
                      <a:pt x="1530" y="1204"/>
                      <a:pt x="1530" y="778"/>
                    </a:cubicBezTo>
                    <a:cubicBezTo>
                      <a:pt x="1530" y="352"/>
                      <a:pt x="1179" y="1"/>
                      <a:pt x="7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522;p34">
                <a:extLst>
                  <a:ext uri="{FF2B5EF4-FFF2-40B4-BE49-F238E27FC236}">
                    <a16:creationId xmlns:a16="http://schemas.microsoft.com/office/drawing/2014/main" id="{B2CC76BB-8DC4-44C8-8607-544A9C8B43BE}"/>
                  </a:ext>
                </a:extLst>
              </p:cNvPr>
              <p:cNvSpPr/>
              <p:nvPr/>
            </p:nvSpPr>
            <p:spPr>
              <a:xfrm>
                <a:off x="3040851" y="3894790"/>
                <a:ext cx="108934" cy="109005"/>
              </a:xfrm>
              <a:custGeom>
                <a:avLst/>
                <a:gdLst/>
                <a:ahLst/>
                <a:cxnLst/>
                <a:rect l="l" t="t" r="r" b="b"/>
                <a:pathLst>
                  <a:path w="1529" h="1530" extrusionOk="0">
                    <a:moveTo>
                      <a:pt x="752" y="1"/>
                    </a:moveTo>
                    <a:cubicBezTo>
                      <a:pt x="326" y="1"/>
                      <a:pt x="0" y="352"/>
                      <a:pt x="0" y="778"/>
                    </a:cubicBezTo>
                    <a:cubicBezTo>
                      <a:pt x="0" y="1204"/>
                      <a:pt x="326" y="1530"/>
                      <a:pt x="752" y="1530"/>
                    </a:cubicBezTo>
                    <a:cubicBezTo>
                      <a:pt x="1178" y="1530"/>
                      <a:pt x="1529" y="1204"/>
                      <a:pt x="1529" y="778"/>
                    </a:cubicBezTo>
                    <a:cubicBezTo>
                      <a:pt x="1529" y="352"/>
                      <a:pt x="1178" y="1"/>
                      <a:pt x="7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523;p34">
                <a:extLst>
                  <a:ext uri="{FF2B5EF4-FFF2-40B4-BE49-F238E27FC236}">
                    <a16:creationId xmlns:a16="http://schemas.microsoft.com/office/drawing/2014/main" id="{BD3FB871-151A-4FDF-9201-19914FDD8BC4}"/>
                  </a:ext>
                </a:extLst>
              </p:cNvPr>
              <p:cNvSpPr/>
              <p:nvPr/>
            </p:nvSpPr>
            <p:spPr>
              <a:xfrm>
                <a:off x="6097846" y="3134160"/>
                <a:ext cx="109005" cy="110786"/>
              </a:xfrm>
              <a:custGeom>
                <a:avLst/>
                <a:gdLst/>
                <a:ahLst/>
                <a:cxnLst/>
                <a:rect l="l" t="t" r="r" b="b"/>
                <a:pathLst>
                  <a:path w="1530" h="1555" extrusionOk="0">
                    <a:moveTo>
                      <a:pt x="778" y="0"/>
                    </a:moveTo>
                    <a:cubicBezTo>
                      <a:pt x="351" y="0"/>
                      <a:pt x="1" y="351"/>
                      <a:pt x="1" y="777"/>
                    </a:cubicBezTo>
                    <a:cubicBezTo>
                      <a:pt x="1" y="1203"/>
                      <a:pt x="351" y="1554"/>
                      <a:pt x="778" y="1554"/>
                    </a:cubicBezTo>
                    <a:cubicBezTo>
                      <a:pt x="1204" y="1554"/>
                      <a:pt x="1529" y="1203"/>
                      <a:pt x="1529" y="777"/>
                    </a:cubicBezTo>
                    <a:cubicBezTo>
                      <a:pt x="1529" y="351"/>
                      <a:pt x="1204" y="0"/>
                      <a:pt x="7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524;p34">
                <a:extLst>
                  <a:ext uri="{FF2B5EF4-FFF2-40B4-BE49-F238E27FC236}">
                    <a16:creationId xmlns:a16="http://schemas.microsoft.com/office/drawing/2014/main" id="{9CD5AFEA-7424-461F-8AB2-5E6AB6C7A5DA}"/>
                  </a:ext>
                </a:extLst>
              </p:cNvPr>
              <p:cNvSpPr/>
              <p:nvPr/>
            </p:nvSpPr>
            <p:spPr>
              <a:xfrm>
                <a:off x="3286511" y="3737905"/>
                <a:ext cx="1157874" cy="970927"/>
              </a:xfrm>
              <a:custGeom>
                <a:avLst/>
                <a:gdLst/>
                <a:ahLst/>
                <a:cxnLst/>
                <a:rect l="l" t="t" r="r" b="b"/>
                <a:pathLst>
                  <a:path w="16252" h="13628" extrusionOk="0">
                    <a:moveTo>
                      <a:pt x="7865" y="0"/>
                    </a:moveTo>
                    <a:cubicBezTo>
                      <a:pt x="6457" y="0"/>
                      <a:pt x="5038" y="926"/>
                      <a:pt x="4297" y="2529"/>
                    </a:cubicBezTo>
                    <a:cubicBezTo>
                      <a:pt x="1" y="11932"/>
                      <a:pt x="2995" y="13627"/>
                      <a:pt x="8305" y="13627"/>
                    </a:cubicBezTo>
                    <a:cubicBezTo>
                      <a:pt x="9223" y="13627"/>
                      <a:pt x="10209" y="13576"/>
                      <a:pt x="11239" y="13506"/>
                    </a:cubicBezTo>
                    <a:cubicBezTo>
                      <a:pt x="16251" y="13155"/>
                      <a:pt x="16251" y="8945"/>
                      <a:pt x="14823" y="7391"/>
                    </a:cubicBezTo>
                    <a:cubicBezTo>
                      <a:pt x="13495" y="5962"/>
                      <a:pt x="12317" y="3782"/>
                      <a:pt x="10537" y="1401"/>
                    </a:cubicBezTo>
                    <a:cubicBezTo>
                      <a:pt x="9801" y="440"/>
                      <a:pt x="8835" y="0"/>
                      <a:pt x="78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525;p34">
                <a:extLst>
                  <a:ext uri="{FF2B5EF4-FFF2-40B4-BE49-F238E27FC236}">
                    <a16:creationId xmlns:a16="http://schemas.microsoft.com/office/drawing/2014/main" id="{643C578F-C5AD-4D59-8715-A31896296678}"/>
                  </a:ext>
                </a:extLst>
              </p:cNvPr>
              <p:cNvSpPr/>
              <p:nvPr/>
            </p:nvSpPr>
            <p:spPr>
              <a:xfrm>
                <a:off x="3587244" y="3829742"/>
                <a:ext cx="819674" cy="751136"/>
              </a:xfrm>
              <a:custGeom>
                <a:avLst/>
                <a:gdLst/>
                <a:ahLst/>
                <a:cxnLst/>
                <a:rect l="l" t="t" r="r" b="b"/>
                <a:pathLst>
                  <a:path w="11505" h="10543" extrusionOk="0">
                    <a:moveTo>
                      <a:pt x="3478" y="0"/>
                    </a:moveTo>
                    <a:cubicBezTo>
                      <a:pt x="3032" y="0"/>
                      <a:pt x="2594" y="175"/>
                      <a:pt x="2181" y="588"/>
                    </a:cubicBezTo>
                    <a:cubicBezTo>
                      <a:pt x="2181" y="588"/>
                      <a:pt x="0" y="3069"/>
                      <a:pt x="702" y="7079"/>
                    </a:cubicBezTo>
                    <a:cubicBezTo>
                      <a:pt x="994" y="8750"/>
                      <a:pt x="2175" y="10543"/>
                      <a:pt x="5112" y="10543"/>
                    </a:cubicBezTo>
                    <a:cubicBezTo>
                      <a:pt x="5700" y="10543"/>
                      <a:pt x="6358" y="10471"/>
                      <a:pt x="7093" y="10313"/>
                    </a:cubicBezTo>
                    <a:cubicBezTo>
                      <a:pt x="11504" y="9360"/>
                      <a:pt x="8923" y="5826"/>
                      <a:pt x="8672" y="5350"/>
                    </a:cubicBezTo>
                    <a:cubicBezTo>
                      <a:pt x="8377" y="4824"/>
                      <a:pt x="5819" y="0"/>
                      <a:pt x="34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526;p34">
                <a:extLst>
                  <a:ext uri="{FF2B5EF4-FFF2-40B4-BE49-F238E27FC236}">
                    <a16:creationId xmlns:a16="http://schemas.microsoft.com/office/drawing/2014/main" id="{057EC911-698A-4204-BF4F-18000ACB24F6}"/>
                  </a:ext>
                </a:extLst>
              </p:cNvPr>
              <p:cNvSpPr/>
              <p:nvPr/>
            </p:nvSpPr>
            <p:spPr>
              <a:xfrm>
                <a:off x="4062675" y="4415034"/>
                <a:ext cx="247790" cy="367339"/>
              </a:xfrm>
              <a:custGeom>
                <a:avLst/>
                <a:gdLst/>
                <a:ahLst/>
                <a:cxnLst/>
                <a:rect l="l" t="t" r="r" b="b"/>
                <a:pathLst>
                  <a:path w="3478" h="5156" extrusionOk="0">
                    <a:moveTo>
                      <a:pt x="650" y="0"/>
                    </a:moveTo>
                    <a:cubicBezTo>
                      <a:pt x="126" y="0"/>
                      <a:pt x="0" y="760"/>
                      <a:pt x="19" y="970"/>
                    </a:cubicBezTo>
                    <a:cubicBezTo>
                      <a:pt x="169" y="2599"/>
                      <a:pt x="2676" y="5105"/>
                      <a:pt x="2676" y="5105"/>
                    </a:cubicBezTo>
                    <a:cubicBezTo>
                      <a:pt x="2676" y="5105"/>
                      <a:pt x="2845" y="5155"/>
                      <a:pt x="3020" y="5155"/>
                    </a:cubicBezTo>
                    <a:cubicBezTo>
                      <a:pt x="3196" y="5155"/>
                      <a:pt x="3378" y="5105"/>
                      <a:pt x="3403" y="4905"/>
                    </a:cubicBezTo>
                    <a:cubicBezTo>
                      <a:pt x="3478" y="4504"/>
                      <a:pt x="2300" y="1095"/>
                      <a:pt x="1272" y="268"/>
                    </a:cubicBezTo>
                    <a:cubicBezTo>
                      <a:pt x="1020" y="76"/>
                      <a:pt x="815" y="0"/>
                      <a:pt x="650" y="0"/>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527;p34">
                <a:extLst>
                  <a:ext uri="{FF2B5EF4-FFF2-40B4-BE49-F238E27FC236}">
                    <a16:creationId xmlns:a16="http://schemas.microsoft.com/office/drawing/2014/main" id="{D14F42AC-80FA-4748-91DF-B03388D0CE87}"/>
                  </a:ext>
                </a:extLst>
              </p:cNvPr>
              <p:cNvSpPr/>
              <p:nvPr/>
            </p:nvSpPr>
            <p:spPr>
              <a:xfrm>
                <a:off x="4257678" y="4284581"/>
                <a:ext cx="252777" cy="351523"/>
              </a:xfrm>
              <a:custGeom>
                <a:avLst/>
                <a:gdLst/>
                <a:ahLst/>
                <a:cxnLst/>
                <a:rect l="l" t="t" r="r" b="b"/>
                <a:pathLst>
                  <a:path w="3548" h="4934" extrusionOk="0">
                    <a:moveTo>
                      <a:pt x="595" y="0"/>
                    </a:moveTo>
                    <a:cubicBezTo>
                      <a:pt x="80" y="0"/>
                      <a:pt x="1" y="754"/>
                      <a:pt x="39" y="946"/>
                    </a:cubicBezTo>
                    <a:cubicBezTo>
                      <a:pt x="290" y="2550"/>
                      <a:pt x="2821" y="4906"/>
                      <a:pt x="2821" y="4906"/>
                    </a:cubicBezTo>
                    <a:cubicBezTo>
                      <a:pt x="2821" y="4906"/>
                      <a:pt x="2941" y="4934"/>
                      <a:pt x="3079" y="4934"/>
                    </a:cubicBezTo>
                    <a:cubicBezTo>
                      <a:pt x="3264" y="4934"/>
                      <a:pt x="3483" y="4885"/>
                      <a:pt x="3498" y="4655"/>
                    </a:cubicBezTo>
                    <a:cubicBezTo>
                      <a:pt x="3548" y="4279"/>
                      <a:pt x="2219" y="996"/>
                      <a:pt x="1192" y="244"/>
                    </a:cubicBezTo>
                    <a:cubicBezTo>
                      <a:pt x="947" y="69"/>
                      <a:pt x="751" y="0"/>
                      <a:pt x="595" y="0"/>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528;p34">
                <a:extLst>
                  <a:ext uri="{FF2B5EF4-FFF2-40B4-BE49-F238E27FC236}">
                    <a16:creationId xmlns:a16="http://schemas.microsoft.com/office/drawing/2014/main" id="{5725D125-7559-4ACC-A47E-079841653C3C}"/>
                  </a:ext>
                </a:extLst>
              </p:cNvPr>
              <p:cNvSpPr/>
              <p:nvPr/>
            </p:nvSpPr>
            <p:spPr>
              <a:xfrm>
                <a:off x="4451470" y="4601130"/>
                <a:ext cx="134938" cy="59276"/>
              </a:xfrm>
              <a:custGeom>
                <a:avLst/>
                <a:gdLst/>
                <a:ahLst/>
                <a:cxnLst/>
                <a:rect l="l" t="t" r="r" b="b"/>
                <a:pathLst>
                  <a:path w="1894" h="832" extrusionOk="0">
                    <a:moveTo>
                      <a:pt x="1335" y="0"/>
                    </a:moveTo>
                    <a:cubicBezTo>
                      <a:pt x="1074" y="0"/>
                      <a:pt x="829" y="152"/>
                      <a:pt x="715" y="152"/>
                    </a:cubicBezTo>
                    <a:cubicBezTo>
                      <a:pt x="684" y="152"/>
                      <a:pt x="662" y="141"/>
                      <a:pt x="652" y="112"/>
                    </a:cubicBezTo>
                    <a:cubicBezTo>
                      <a:pt x="642" y="94"/>
                      <a:pt x="621" y="87"/>
                      <a:pt x="593" y="87"/>
                    </a:cubicBezTo>
                    <a:cubicBezTo>
                      <a:pt x="424" y="87"/>
                      <a:pt x="1" y="363"/>
                      <a:pt x="1" y="363"/>
                    </a:cubicBezTo>
                    <a:cubicBezTo>
                      <a:pt x="1" y="363"/>
                      <a:pt x="276" y="689"/>
                      <a:pt x="527" y="814"/>
                    </a:cubicBezTo>
                    <a:cubicBezTo>
                      <a:pt x="549" y="826"/>
                      <a:pt x="576" y="831"/>
                      <a:pt x="607" y="831"/>
                    </a:cubicBezTo>
                    <a:cubicBezTo>
                      <a:pt x="970" y="831"/>
                      <a:pt x="1893" y="81"/>
                      <a:pt x="1454" y="12"/>
                    </a:cubicBezTo>
                    <a:cubicBezTo>
                      <a:pt x="1414" y="4"/>
                      <a:pt x="1375" y="0"/>
                      <a:pt x="1335" y="0"/>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529;p34">
                <a:extLst>
                  <a:ext uri="{FF2B5EF4-FFF2-40B4-BE49-F238E27FC236}">
                    <a16:creationId xmlns:a16="http://schemas.microsoft.com/office/drawing/2014/main" id="{0798A0A4-751A-46E5-89A9-FA3E0D724080}"/>
                  </a:ext>
                </a:extLst>
              </p:cNvPr>
              <p:cNvSpPr/>
              <p:nvPr/>
            </p:nvSpPr>
            <p:spPr>
              <a:xfrm>
                <a:off x="3855062" y="4174220"/>
                <a:ext cx="510755" cy="241236"/>
              </a:xfrm>
              <a:custGeom>
                <a:avLst/>
                <a:gdLst/>
                <a:ahLst/>
                <a:cxnLst/>
                <a:rect l="l" t="t" r="r" b="b"/>
                <a:pathLst>
                  <a:path w="7169" h="3386" extrusionOk="0">
                    <a:moveTo>
                      <a:pt x="1464" y="1"/>
                    </a:moveTo>
                    <a:cubicBezTo>
                      <a:pt x="1391" y="1"/>
                      <a:pt x="1328" y="5"/>
                      <a:pt x="1279" y="14"/>
                    </a:cubicBezTo>
                    <a:cubicBezTo>
                      <a:pt x="126" y="214"/>
                      <a:pt x="1" y="2119"/>
                      <a:pt x="903" y="2545"/>
                    </a:cubicBezTo>
                    <a:cubicBezTo>
                      <a:pt x="1635" y="2891"/>
                      <a:pt x="3523" y="3385"/>
                      <a:pt x="4998" y="3385"/>
                    </a:cubicBezTo>
                    <a:cubicBezTo>
                      <a:pt x="5341" y="3385"/>
                      <a:pt x="5662" y="3359"/>
                      <a:pt x="5941" y="3297"/>
                    </a:cubicBezTo>
                    <a:cubicBezTo>
                      <a:pt x="6642" y="3147"/>
                      <a:pt x="7169" y="2370"/>
                      <a:pt x="7018" y="2044"/>
                    </a:cubicBezTo>
                    <a:cubicBezTo>
                      <a:pt x="6618" y="1078"/>
                      <a:pt x="2627" y="1"/>
                      <a:pt x="14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530;p34">
                <a:extLst>
                  <a:ext uri="{FF2B5EF4-FFF2-40B4-BE49-F238E27FC236}">
                    <a16:creationId xmlns:a16="http://schemas.microsoft.com/office/drawing/2014/main" id="{62925363-6F16-41D6-A245-63C8127D87D6}"/>
                  </a:ext>
                </a:extLst>
              </p:cNvPr>
              <p:cNvSpPr/>
              <p:nvPr/>
            </p:nvSpPr>
            <p:spPr>
              <a:xfrm>
                <a:off x="3703306" y="4232286"/>
                <a:ext cx="489311" cy="295524"/>
              </a:xfrm>
              <a:custGeom>
                <a:avLst/>
                <a:gdLst/>
                <a:ahLst/>
                <a:cxnLst/>
                <a:rect l="l" t="t" r="r" b="b"/>
                <a:pathLst>
                  <a:path w="6868" h="4148" extrusionOk="0">
                    <a:moveTo>
                      <a:pt x="978" y="1"/>
                    </a:moveTo>
                    <a:cubicBezTo>
                      <a:pt x="0" y="327"/>
                      <a:pt x="0" y="2006"/>
                      <a:pt x="978" y="2758"/>
                    </a:cubicBezTo>
                    <a:cubicBezTo>
                      <a:pt x="1454" y="3134"/>
                      <a:pt x="3158" y="3961"/>
                      <a:pt x="4787" y="4136"/>
                    </a:cubicBezTo>
                    <a:cubicBezTo>
                      <a:pt x="4866" y="4144"/>
                      <a:pt x="4945" y="4148"/>
                      <a:pt x="5022" y="4148"/>
                    </a:cubicBezTo>
                    <a:cubicBezTo>
                      <a:pt x="5702" y="4148"/>
                      <a:pt x="6287" y="3855"/>
                      <a:pt x="6467" y="3359"/>
                    </a:cubicBezTo>
                    <a:cubicBezTo>
                      <a:pt x="6868" y="2181"/>
                      <a:pt x="978" y="1"/>
                      <a:pt x="9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531;p34">
                <a:extLst>
                  <a:ext uri="{FF2B5EF4-FFF2-40B4-BE49-F238E27FC236}">
                    <a16:creationId xmlns:a16="http://schemas.microsoft.com/office/drawing/2014/main" id="{70CB054C-AB8B-41E7-A3A5-34D9DF880E6A}"/>
                  </a:ext>
                </a:extLst>
              </p:cNvPr>
              <p:cNvSpPr/>
              <p:nvPr/>
            </p:nvSpPr>
            <p:spPr>
              <a:xfrm>
                <a:off x="3665830" y="3702638"/>
                <a:ext cx="323524" cy="324948"/>
              </a:xfrm>
              <a:custGeom>
                <a:avLst/>
                <a:gdLst/>
                <a:ahLst/>
                <a:cxnLst/>
                <a:rect l="l" t="t" r="r" b="b"/>
                <a:pathLst>
                  <a:path w="4541" h="4561" extrusionOk="0">
                    <a:moveTo>
                      <a:pt x="2064" y="1"/>
                    </a:moveTo>
                    <a:cubicBezTo>
                      <a:pt x="1452" y="1"/>
                      <a:pt x="774" y="352"/>
                      <a:pt x="526" y="1420"/>
                    </a:cubicBezTo>
                    <a:cubicBezTo>
                      <a:pt x="0" y="3625"/>
                      <a:pt x="1078" y="4427"/>
                      <a:pt x="2632" y="4553"/>
                    </a:cubicBezTo>
                    <a:cubicBezTo>
                      <a:pt x="2698" y="4558"/>
                      <a:pt x="2762" y="4560"/>
                      <a:pt x="2824" y="4560"/>
                    </a:cubicBezTo>
                    <a:cubicBezTo>
                      <a:pt x="4239" y="4560"/>
                      <a:pt x="4541" y="3240"/>
                      <a:pt x="4060" y="3024"/>
                    </a:cubicBezTo>
                    <a:cubicBezTo>
                      <a:pt x="2607" y="2297"/>
                      <a:pt x="3559" y="818"/>
                      <a:pt x="3008" y="317"/>
                    </a:cubicBezTo>
                    <a:cubicBezTo>
                      <a:pt x="2797" y="135"/>
                      <a:pt x="2443" y="1"/>
                      <a:pt x="2064"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532;p34">
                <a:extLst>
                  <a:ext uri="{FF2B5EF4-FFF2-40B4-BE49-F238E27FC236}">
                    <a16:creationId xmlns:a16="http://schemas.microsoft.com/office/drawing/2014/main" id="{4D658A07-6418-4ABE-B95D-7C7A15AABE8A}"/>
                  </a:ext>
                </a:extLst>
              </p:cNvPr>
              <p:cNvSpPr/>
              <p:nvPr/>
            </p:nvSpPr>
            <p:spPr>
              <a:xfrm>
                <a:off x="3826492" y="3883890"/>
                <a:ext cx="407165" cy="344826"/>
              </a:xfrm>
              <a:custGeom>
                <a:avLst/>
                <a:gdLst/>
                <a:ahLst/>
                <a:cxnLst/>
                <a:rect l="l" t="t" r="r" b="b"/>
                <a:pathLst>
                  <a:path w="5715" h="4840" extrusionOk="0">
                    <a:moveTo>
                      <a:pt x="1182" y="1"/>
                    </a:moveTo>
                    <a:cubicBezTo>
                      <a:pt x="1162" y="1"/>
                      <a:pt x="1144" y="2"/>
                      <a:pt x="1129" y="4"/>
                    </a:cubicBezTo>
                    <a:cubicBezTo>
                      <a:pt x="1" y="129"/>
                      <a:pt x="652" y="3688"/>
                      <a:pt x="2031" y="4590"/>
                    </a:cubicBezTo>
                    <a:cubicBezTo>
                      <a:pt x="2306" y="4771"/>
                      <a:pt x="2622" y="4839"/>
                      <a:pt x="2945" y="4839"/>
                    </a:cubicBezTo>
                    <a:cubicBezTo>
                      <a:pt x="3826" y="4839"/>
                      <a:pt x="4750" y="4331"/>
                      <a:pt x="4988" y="4239"/>
                    </a:cubicBezTo>
                    <a:cubicBezTo>
                      <a:pt x="5689" y="3949"/>
                      <a:pt x="5714" y="3636"/>
                      <a:pt x="5468" y="3636"/>
                    </a:cubicBezTo>
                    <a:cubicBezTo>
                      <a:pt x="5459" y="3636"/>
                      <a:pt x="5449" y="3637"/>
                      <a:pt x="5439" y="3638"/>
                    </a:cubicBezTo>
                    <a:cubicBezTo>
                      <a:pt x="5164" y="3638"/>
                      <a:pt x="5013" y="3888"/>
                      <a:pt x="4562" y="3964"/>
                    </a:cubicBezTo>
                    <a:cubicBezTo>
                      <a:pt x="4373" y="3993"/>
                      <a:pt x="4155" y="4039"/>
                      <a:pt x="3914" y="4039"/>
                    </a:cubicBezTo>
                    <a:cubicBezTo>
                      <a:pt x="3551" y="4039"/>
                      <a:pt x="3135" y="3935"/>
                      <a:pt x="2682" y="3512"/>
                    </a:cubicBezTo>
                    <a:cubicBezTo>
                      <a:pt x="1956" y="2811"/>
                      <a:pt x="2256" y="1332"/>
                      <a:pt x="2056" y="630"/>
                    </a:cubicBezTo>
                    <a:cubicBezTo>
                      <a:pt x="1917" y="145"/>
                      <a:pt x="1417" y="1"/>
                      <a:pt x="1182"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533;p34">
                <a:extLst>
                  <a:ext uri="{FF2B5EF4-FFF2-40B4-BE49-F238E27FC236}">
                    <a16:creationId xmlns:a16="http://schemas.microsoft.com/office/drawing/2014/main" id="{C076652D-C292-45A2-8B1B-DCEF3FDDC5F0}"/>
                  </a:ext>
                </a:extLst>
              </p:cNvPr>
              <p:cNvSpPr/>
              <p:nvPr/>
            </p:nvSpPr>
            <p:spPr>
              <a:xfrm>
                <a:off x="3721189" y="3766261"/>
                <a:ext cx="226844" cy="198275"/>
              </a:xfrm>
              <a:custGeom>
                <a:avLst/>
                <a:gdLst/>
                <a:ahLst/>
                <a:cxnLst/>
                <a:rect l="l" t="t" r="r" b="b"/>
                <a:pathLst>
                  <a:path w="3184" h="2783" extrusionOk="0">
                    <a:moveTo>
                      <a:pt x="2180" y="0"/>
                    </a:moveTo>
                    <a:lnTo>
                      <a:pt x="1028" y="552"/>
                    </a:lnTo>
                    <a:lnTo>
                      <a:pt x="0" y="2782"/>
                    </a:lnTo>
                    <a:cubicBezTo>
                      <a:pt x="0" y="2782"/>
                      <a:pt x="3183" y="2407"/>
                      <a:pt x="2882" y="2031"/>
                    </a:cubicBezTo>
                    <a:cubicBezTo>
                      <a:pt x="2105" y="1053"/>
                      <a:pt x="2180" y="1"/>
                      <a:pt x="2180" y="0"/>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534;p34">
                <a:extLst>
                  <a:ext uri="{FF2B5EF4-FFF2-40B4-BE49-F238E27FC236}">
                    <a16:creationId xmlns:a16="http://schemas.microsoft.com/office/drawing/2014/main" id="{454EACE8-7A90-44B8-8EDD-C0E6032ACB96}"/>
                  </a:ext>
                </a:extLst>
              </p:cNvPr>
              <p:cNvSpPr/>
              <p:nvPr/>
            </p:nvSpPr>
            <p:spPr>
              <a:xfrm>
                <a:off x="3619377" y="3872846"/>
                <a:ext cx="360785" cy="392275"/>
              </a:xfrm>
              <a:custGeom>
                <a:avLst/>
                <a:gdLst/>
                <a:ahLst/>
                <a:cxnLst/>
                <a:rect l="l" t="t" r="r" b="b"/>
                <a:pathLst>
                  <a:path w="5064" h="5506" extrusionOk="0">
                    <a:moveTo>
                      <a:pt x="1125" y="5308"/>
                    </a:moveTo>
                    <a:lnTo>
                      <a:pt x="1125" y="5308"/>
                    </a:lnTo>
                    <a:cubicBezTo>
                      <a:pt x="1121" y="5308"/>
                      <a:pt x="1078" y="5410"/>
                      <a:pt x="1082" y="5410"/>
                    </a:cubicBezTo>
                    <a:cubicBezTo>
                      <a:pt x="1083" y="5410"/>
                      <a:pt x="1089" y="5400"/>
                      <a:pt x="1103" y="5372"/>
                    </a:cubicBezTo>
                    <a:cubicBezTo>
                      <a:pt x="1121" y="5325"/>
                      <a:pt x="1126" y="5308"/>
                      <a:pt x="1125" y="5308"/>
                    </a:cubicBezTo>
                    <a:close/>
                    <a:moveTo>
                      <a:pt x="3490" y="1"/>
                    </a:moveTo>
                    <a:cubicBezTo>
                      <a:pt x="2993" y="1"/>
                      <a:pt x="2440" y="119"/>
                      <a:pt x="1955" y="284"/>
                    </a:cubicBezTo>
                    <a:cubicBezTo>
                      <a:pt x="1203" y="535"/>
                      <a:pt x="0" y="986"/>
                      <a:pt x="828" y="2540"/>
                    </a:cubicBezTo>
                    <a:cubicBezTo>
                      <a:pt x="1404" y="3592"/>
                      <a:pt x="1730" y="4169"/>
                      <a:pt x="1103" y="5372"/>
                    </a:cubicBezTo>
                    <a:cubicBezTo>
                      <a:pt x="1341" y="5471"/>
                      <a:pt x="1547" y="5505"/>
                      <a:pt x="1746" y="5505"/>
                    </a:cubicBezTo>
                    <a:cubicBezTo>
                      <a:pt x="2177" y="5505"/>
                      <a:pt x="2568" y="5345"/>
                      <a:pt x="3146" y="5345"/>
                    </a:cubicBezTo>
                    <a:cubicBezTo>
                      <a:pt x="3175" y="5345"/>
                      <a:pt x="3204" y="5346"/>
                      <a:pt x="3234" y="5347"/>
                    </a:cubicBezTo>
                    <a:cubicBezTo>
                      <a:pt x="3885" y="5347"/>
                      <a:pt x="4336" y="5121"/>
                      <a:pt x="4938" y="4971"/>
                    </a:cubicBezTo>
                    <a:cubicBezTo>
                      <a:pt x="4860" y="4678"/>
                      <a:pt x="4806" y="4583"/>
                      <a:pt x="4769" y="4583"/>
                    </a:cubicBezTo>
                    <a:cubicBezTo>
                      <a:pt x="4701" y="4583"/>
                      <a:pt x="4688" y="4898"/>
                      <a:pt x="4687" y="4898"/>
                    </a:cubicBezTo>
                    <a:cubicBezTo>
                      <a:pt x="4687" y="4898"/>
                      <a:pt x="4687" y="4897"/>
                      <a:pt x="4687" y="4895"/>
                    </a:cubicBezTo>
                    <a:cubicBezTo>
                      <a:pt x="4136" y="3367"/>
                      <a:pt x="5063" y="1938"/>
                      <a:pt x="4913" y="936"/>
                    </a:cubicBezTo>
                    <a:cubicBezTo>
                      <a:pt x="4795" y="242"/>
                      <a:pt x="4200" y="1"/>
                      <a:pt x="3490"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535;p34">
                <a:extLst>
                  <a:ext uri="{FF2B5EF4-FFF2-40B4-BE49-F238E27FC236}">
                    <a16:creationId xmlns:a16="http://schemas.microsoft.com/office/drawing/2014/main" id="{26FA157F-5AC0-4A0D-BD23-62BDF7E8F0DF}"/>
                  </a:ext>
                </a:extLst>
              </p:cNvPr>
              <p:cNvSpPr/>
              <p:nvPr/>
            </p:nvSpPr>
            <p:spPr>
              <a:xfrm>
                <a:off x="3688985" y="3873416"/>
                <a:ext cx="333997" cy="407450"/>
              </a:xfrm>
              <a:custGeom>
                <a:avLst/>
                <a:gdLst/>
                <a:ahLst/>
                <a:cxnLst/>
                <a:rect l="l" t="t" r="r" b="b"/>
                <a:pathLst>
                  <a:path w="4688" h="5719" extrusionOk="0">
                    <a:moveTo>
                      <a:pt x="2482" y="0"/>
                    </a:moveTo>
                    <a:lnTo>
                      <a:pt x="2482" y="0"/>
                    </a:lnTo>
                    <a:cubicBezTo>
                      <a:pt x="3660" y="1354"/>
                      <a:pt x="3409" y="1880"/>
                      <a:pt x="3034" y="1955"/>
                    </a:cubicBezTo>
                    <a:cubicBezTo>
                      <a:pt x="2947" y="1974"/>
                      <a:pt x="2862" y="1982"/>
                      <a:pt x="2780" y="1982"/>
                    </a:cubicBezTo>
                    <a:cubicBezTo>
                      <a:pt x="1627" y="1982"/>
                      <a:pt x="928" y="301"/>
                      <a:pt x="928" y="301"/>
                    </a:cubicBezTo>
                    <a:lnTo>
                      <a:pt x="502" y="451"/>
                    </a:lnTo>
                    <a:cubicBezTo>
                      <a:pt x="502" y="451"/>
                      <a:pt x="1229" y="1028"/>
                      <a:pt x="1279" y="2206"/>
                    </a:cubicBezTo>
                    <a:cubicBezTo>
                      <a:pt x="1339" y="3353"/>
                      <a:pt x="657" y="3466"/>
                      <a:pt x="385" y="3466"/>
                    </a:cubicBezTo>
                    <a:cubicBezTo>
                      <a:pt x="319" y="3466"/>
                      <a:pt x="277" y="3459"/>
                      <a:pt x="277" y="3459"/>
                    </a:cubicBezTo>
                    <a:lnTo>
                      <a:pt x="277" y="3459"/>
                    </a:lnTo>
                    <a:cubicBezTo>
                      <a:pt x="352" y="3935"/>
                      <a:pt x="577" y="4035"/>
                      <a:pt x="302" y="4862"/>
                    </a:cubicBezTo>
                    <a:lnTo>
                      <a:pt x="1" y="5439"/>
                    </a:lnTo>
                    <a:cubicBezTo>
                      <a:pt x="450" y="5626"/>
                      <a:pt x="1188" y="5719"/>
                      <a:pt x="1938" y="5719"/>
                    </a:cubicBezTo>
                    <a:cubicBezTo>
                      <a:pt x="3200" y="5719"/>
                      <a:pt x="4496" y="5456"/>
                      <a:pt x="4512" y="4938"/>
                    </a:cubicBezTo>
                    <a:cubicBezTo>
                      <a:pt x="4237" y="4612"/>
                      <a:pt x="3660" y="3760"/>
                      <a:pt x="3961" y="3208"/>
                    </a:cubicBezTo>
                    <a:cubicBezTo>
                      <a:pt x="4688" y="1905"/>
                      <a:pt x="2933" y="25"/>
                      <a:pt x="2933" y="25"/>
                    </a:cubicBezTo>
                    <a:lnTo>
                      <a:pt x="24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536;p34">
                <a:extLst>
                  <a:ext uri="{FF2B5EF4-FFF2-40B4-BE49-F238E27FC236}">
                    <a16:creationId xmlns:a16="http://schemas.microsoft.com/office/drawing/2014/main" id="{783F427A-49A4-495D-8AF1-932BC4DF9020}"/>
                  </a:ext>
                </a:extLst>
              </p:cNvPr>
              <p:cNvSpPr/>
              <p:nvPr/>
            </p:nvSpPr>
            <p:spPr>
              <a:xfrm>
                <a:off x="3778614" y="3805518"/>
                <a:ext cx="87275" cy="122043"/>
              </a:xfrm>
              <a:custGeom>
                <a:avLst/>
                <a:gdLst/>
                <a:ahLst/>
                <a:cxnLst/>
                <a:rect l="l" t="t" r="r" b="b"/>
                <a:pathLst>
                  <a:path w="1225" h="1713" extrusionOk="0">
                    <a:moveTo>
                      <a:pt x="222" y="1"/>
                    </a:moveTo>
                    <a:cubicBezTo>
                      <a:pt x="222" y="1"/>
                      <a:pt x="397" y="753"/>
                      <a:pt x="121" y="1104"/>
                    </a:cubicBezTo>
                    <a:cubicBezTo>
                      <a:pt x="0" y="1286"/>
                      <a:pt x="793" y="1712"/>
                      <a:pt x="1090" y="1712"/>
                    </a:cubicBezTo>
                    <a:cubicBezTo>
                      <a:pt x="1161" y="1712"/>
                      <a:pt x="1204" y="1688"/>
                      <a:pt x="1199" y="1630"/>
                    </a:cubicBezTo>
                    <a:cubicBezTo>
                      <a:pt x="1174" y="1229"/>
                      <a:pt x="948" y="978"/>
                      <a:pt x="1224" y="552"/>
                    </a:cubicBezTo>
                    <a:lnTo>
                      <a:pt x="222" y="1"/>
                    </a:ln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537;p34">
                <a:extLst>
                  <a:ext uri="{FF2B5EF4-FFF2-40B4-BE49-F238E27FC236}">
                    <a16:creationId xmlns:a16="http://schemas.microsoft.com/office/drawing/2014/main" id="{CC9279BD-5AE0-430B-8CDF-B187C4E4313F}"/>
                  </a:ext>
                </a:extLst>
              </p:cNvPr>
              <p:cNvSpPr/>
              <p:nvPr/>
            </p:nvSpPr>
            <p:spPr>
              <a:xfrm>
                <a:off x="3765789" y="3713966"/>
                <a:ext cx="135793" cy="167355"/>
              </a:xfrm>
              <a:custGeom>
                <a:avLst/>
                <a:gdLst/>
                <a:ahLst/>
                <a:cxnLst/>
                <a:rect l="l" t="t" r="r" b="b"/>
                <a:pathLst>
                  <a:path w="1906" h="2349" extrusionOk="0">
                    <a:moveTo>
                      <a:pt x="885" y="1"/>
                    </a:moveTo>
                    <a:cubicBezTo>
                      <a:pt x="631" y="1"/>
                      <a:pt x="398" y="188"/>
                      <a:pt x="301" y="333"/>
                    </a:cubicBezTo>
                    <a:cubicBezTo>
                      <a:pt x="1" y="785"/>
                      <a:pt x="176" y="1286"/>
                      <a:pt x="326" y="1562"/>
                    </a:cubicBezTo>
                    <a:cubicBezTo>
                      <a:pt x="633" y="2113"/>
                      <a:pt x="1123" y="2349"/>
                      <a:pt x="1375" y="2349"/>
                    </a:cubicBezTo>
                    <a:cubicBezTo>
                      <a:pt x="1432" y="2349"/>
                      <a:pt x="1477" y="2337"/>
                      <a:pt x="1504" y="2313"/>
                    </a:cubicBezTo>
                    <a:cubicBezTo>
                      <a:pt x="1905" y="2013"/>
                      <a:pt x="1630" y="559"/>
                      <a:pt x="1304" y="208"/>
                    </a:cubicBezTo>
                    <a:cubicBezTo>
                      <a:pt x="1171" y="57"/>
                      <a:pt x="1025" y="1"/>
                      <a:pt x="885"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538;p34">
                <a:extLst>
                  <a:ext uri="{FF2B5EF4-FFF2-40B4-BE49-F238E27FC236}">
                    <a16:creationId xmlns:a16="http://schemas.microsoft.com/office/drawing/2014/main" id="{75614B72-1DDA-4702-822B-E088CCD3B291}"/>
                  </a:ext>
                </a:extLst>
              </p:cNvPr>
              <p:cNvSpPr/>
              <p:nvPr/>
            </p:nvSpPr>
            <p:spPr>
              <a:xfrm>
                <a:off x="3746125" y="3707910"/>
                <a:ext cx="132159" cy="136434"/>
              </a:xfrm>
              <a:custGeom>
                <a:avLst/>
                <a:gdLst/>
                <a:ahLst/>
                <a:cxnLst/>
                <a:rect l="l" t="t" r="r" b="b"/>
                <a:pathLst>
                  <a:path w="1855" h="1915" extrusionOk="0">
                    <a:moveTo>
                      <a:pt x="1122" y="0"/>
                    </a:moveTo>
                    <a:cubicBezTo>
                      <a:pt x="831" y="0"/>
                      <a:pt x="522" y="137"/>
                      <a:pt x="352" y="444"/>
                    </a:cubicBezTo>
                    <a:cubicBezTo>
                      <a:pt x="1" y="1120"/>
                      <a:pt x="176" y="1446"/>
                      <a:pt x="201" y="1521"/>
                    </a:cubicBezTo>
                    <a:cubicBezTo>
                      <a:pt x="237" y="1575"/>
                      <a:pt x="546" y="1914"/>
                      <a:pt x="651" y="1914"/>
                    </a:cubicBezTo>
                    <a:cubicBezTo>
                      <a:pt x="692" y="1914"/>
                      <a:pt x="702" y="1863"/>
                      <a:pt x="653" y="1722"/>
                    </a:cubicBezTo>
                    <a:cubicBezTo>
                      <a:pt x="577" y="1471"/>
                      <a:pt x="690" y="1459"/>
                      <a:pt x="806" y="1459"/>
                    </a:cubicBezTo>
                    <a:cubicBezTo>
                      <a:pt x="819" y="1459"/>
                      <a:pt x="832" y="1459"/>
                      <a:pt x="845" y="1459"/>
                    </a:cubicBezTo>
                    <a:cubicBezTo>
                      <a:pt x="946" y="1459"/>
                      <a:pt x="1034" y="1449"/>
                      <a:pt x="978" y="1271"/>
                    </a:cubicBezTo>
                    <a:cubicBezTo>
                      <a:pt x="932" y="1133"/>
                      <a:pt x="887" y="785"/>
                      <a:pt x="1283" y="785"/>
                    </a:cubicBezTo>
                    <a:cubicBezTo>
                      <a:pt x="1320" y="785"/>
                      <a:pt x="1360" y="788"/>
                      <a:pt x="1404" y="794"/>
                    </a:cubicBezTo>
                    <a:cubicBezTo>
                      <a:pt x="1504" y="811"/>
                      <a:pt x="1582" y="819"/>
                      <a:pt x="1642" y="819"/>
                    </a:cubicBezTo>
                    <a:cubicBezTo>
                      <a:pt x="1854" y="819"/>
                      <a:pt x="1850" y="719"/>
                      <a:pt x="1830" y="544"/>
                    </a:cubicBezTo>
                    <a:cubicBezTo>
                      <a:pt x="1803" y="201"/>
                      <a:pt x="1475" y="0"/>
                      <a:pt x="1122" y="0"/>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539;p34">
                <a:extLst>
                  <a:ext uri="{FF2B5EF4-FFF2-40B4-BE49-F238E27FC236}">
                    <a16:creationId xmlns:a16="http://schemas.microsoft.com/office/drawing/2014/main" id="{87CC2469-3436-401E-9BD3-C9876E9B6436}"/>
                  </a:ext>
                </a:extLst>
              </p:cNvPr>
              <p:cNvSpPr/>
              <p:nvPr/>
            </p:nvSpPr>
            <p:spPr>
              <a:xfrm>
                <a:off x="3662196" y="4119788"/>
                <a:ext cx="239383" cy="165075"/>
              </a:xfrm>
              <a:custGeom>
                <a:avLst/>
                <a:gdLst/>
                <a:ahLst/>
                <a:cxnLst/>
                <a:rect l="l" t="t" r="r" b="b"/>
                <a:pathLst>
                  <a:path w="3360" h="2317" extrusionOk="0">
                    <a:moveTo>
                      <a:pt x="878" y="1"/>
                    </a:moveTo>
                    <a:cubicBezTo>
                      <a:pt x="878" y="1"/>
                      <a:pt x="1" y="1003"/>
                      <a:pt x="753" y="1805"/>
                    </a:cubicBezTo>
                    <a:cubicBezTo>
                      <a:pt x="1123" y="2213"/>
                      <a:pt x="1761" y="2316"/>
                      <a:pt x="2313" y="2316"/>
                    </a:cubicBezTo>
                    <a:cubicBezTo>
                      <a:pt x="2882" y="2316"/>
                      <a:pt x="3359" y="2206"/>
                      <a:pt x="3359" y="2206"/>
                    </a:cubicBezTo>
                    <a:cubicBezTo>
                      <a:pt x="1204" y="2056"/>
                      <a:pt x="878" y="1"/>
                      <a:pt x="878"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540;p34">
                <a:extLst>
                  <a:ext uri="{FF2B5EF4-FFF2-40B4-BE49-F238E27FC236}">
                    <a16:creationId xmlns:a16="http://schemas.microsoft.com/office/drawing/2014/main" id="{9F1AC924-F75F-4D9B-99A6-7AE494F9FEEB}"/>
                  </a:ext>
                </a:extLst>
              </p:cNvPr>
              <p:cNvSpPr/>
              <p:nvPr/>
            </p:nvSpPr>
            <p:spPr>
              <a:xfrm>
                <a:off x="3860405" y="4191248"/>
                <a:ext cx="239383" cy="169706"/>
              </a:xfrm>
              <a:custGeom>
                <a:avLst/>
                <a:gdLst/>
                <a:ahLst/>
                <a:cxnLst/>
                <a:rect l="l" t="t" r="r" b="b"/>
                <a:pathLst>
                  <a:path w="3360" h="2382" extrusionOk="0">
                    <a:moveTo>
                      <a:pt x="3359" y="0"/>
                    </a:moveTo>
                    <a:lnTo>
                      <a:pt x="1" y="1228"/>
                    </a:lnTo>
                    <a:lnTo>
                      <a:pt x="1780" y="2381"/>
                    </a:lnTo>
                    <a:lnTo>
                      <a:pt x="33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541;p34">
                <a:extLst>
                  <a:ext uri="{FF2B5EF4-FFF2-40B4-BE49-F238E27FC236}">
                    <a16:creationId xmlns:a16="http://schemas.microsoft.com/office/drawing/2014/main" id="{64FE39A9-93EF-4503-9C45-350EF11B91EB}"/>
                  </a:ext>
                </a:extLst>
              </p:cNvPr>
              <p:cNvSpPr/>
              <p:nvPr/>
            </p:nvSpPr>
            <p:spPr>
              <a:xfrm>
                <a:off x="3987225" y="4132327"/>
                <a:ext cx="301794" cy="228625"/>
              </a:xfrm>
              <a:custGeom>
                <a:avLst/>
                <a:gdLst/>
                <a:ahLst/>
                <a:cxnLst/>
                <a:rect l="l" t="t" r="r" b="b"/>
                <a:pathLst>
                  <a:path w="4236" h="3209" extrusionOk="0">
                    <a:moveTo>
                      <a:pt x="4236" y="0"/>
                    </a:moveTo>
                    <a:lnTo>
                      <a:pt x="1178" y="752"/>
                    </a:lnTo>
                    <a:lnTo>
                      <a:pt x="0" y="3208"/>
                    </a:lnTo>
                    <a:lnTo>
                      <a:pt x="0" y="3208"/>
                    </a:lnTo>
                    <a:lnTo>
                      <a:pt x="3183" y="2281"/>
                    </a:lnTo>
                    <a:lnTo>
                      <a:pt x="42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542;p34">
                <a:extLst>
                  <a:ext uri="{FF2B5EF4-FFF2-40B4-BE49-F238E27FC236}">
                    <a16:creationId xmlns:a16="http://schemas.microsoft.com/office/drawing/2014/main" id="{9B04E20B-3D8D-4A9F-A2CF-D0CF7ABA7985}"/>
                  </a:ext>
                </a:extLst>
              </p:cNvPr>
              <p:cNvSpPr/>
              <p:nvPr/>
            </p:nvSpPr>
            <p:spPr>
              <a:xfrm>
                <a:off x="3599713" y="3935686"/>
                <a:ext cx="366128" cy="381303"/>
              </a:xfrm>
              <a:custGeom>
                <a:avLst/>
                <a:gdLst/>
                <a:ahLst/>
                <a:cxnLst/>
                <a:rect l="l" t="t" r="r" b="b"/>
                <a:pathLst>
                  <a:path w="5139" h="5352" extrusionOk="0">
                    <a:moveTo>
                      <a:pt x="1320" y="1"/>
                    </a:moveTo>
                    <a:cubicBezTo>
                      <a:pt x="1294" y="1"/>
                      <a:pt x="1279" y="3"/>
                      <a:pt x="1279" y="3"/>
                    </a:cubicBezTo>
                    <a:cubicBezTo>
                      <a:pt x="327" y="79"/>
                      <a:pt x="1" y="3638"/>
                      <a:pt x="1204" y="4841"/>
                    </a:cubicBezTo>
                    <a:cubicBezTo>
                      <a:pt x="1598" y="5235"/>
                      <a:pt x="2165" y="5352"/>
                      <a:pt x="2710" y="5352"/>
                    </a:cubicBezTo>
                    <a:cubicBezTo>
                      <a:pt x="3411" y="5352"/>
                      <a:pt x="4075" y="5159"/>
                      <a:pt x="4287" y="5116"/>
                    </a:cubicBezTo>
                    <a:cubicBezTo>
                      <a:pt x="5063" y="4966"/>
                      <a:pt x="5139" y="4640"/>
                      <a:pt x="4863" y="4590"/>
                    </a:cubicBezTo>
                    <a:cubicBezTo>
                      <a:pt x="4835" y="4585"/>
                      <a:pt x="4808" y="4583"/>
                      <a:pt x="4782" y="4583"/>
                    </a:cubicBezTo>
                    <a:cubicBezTo>
                      <a:pt x="4558" y="4583"/>
                      <a:pt x="4361" y="4742"/>
                      <a:pt x="3963" y="4742"/>
                    </a:cubicBezTo>
                    <a:cubicBezTo>
                      <a:pt x="3938" y="4742"/>
                      <a:pt x="3912" y="4742"/>
                      <a:pt x="3885" y="4740"/>
                    </a:cubicBezTo>
                    <a:cubicBezTo>
                      <a:pt x="3409" y="4715"/>
                      <a:pt x="2708" y="4765"/>
                      <a:pt x="2106" y="3888"/>
                    </a:cubicBezTo>
                    <a:cubicBezTo>
                      <a:pt x="1505" y="3036"/>
                      <a:pt x="2106" y="1282"/>
                      <a:pt x="1880" y="555"/>
                    </a:cubicBezTo>
                    <a:cubicBezTo>
                      <a:pt x="1719" y="50"/>
                      <a:pt x="1427" y="1"/>
                      <a:pt x="1320"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 name="Google Shape;1485;p34">
            <a:extLst>
              <a:ext uri="{FF2B5EF4-FFF2-40B4-BE49-F238E27FC236}">
                <a16:creationId xmlns:a16="http://schemas.microsoft.com/office/drawing/2014/main" id="{B1C859A0-25AC-4ED5-AD34-4C6474AF3357}"/>
              </a:ext>
            </a:extLst>
          </p:cNvPr>
          <p:cNvSpPr txBox="1">
            <a:spLocks/>
          </p:cNvSpPr>
          <p:nvPr/>
        </p:nvSpPr>
        <p:spPr>
          <a:xfrm>
            <a:off x="1006958" y="2022761"/>
            <a:ext cx="3671283" cy="19210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Titillium Web"/>
              <a:buNone/>
              <a:defRPr sz="1600" b="0" i="0" u="none" strike="noStrike" cap="none">
                <a:solidFill>
                  <a:schemeClr val="dk1"/>
                </a:solidFill>
                <a:latin typeface="Titillium Web"/>
                <a:ea typeface="Titillium Web"/>
                <a:cs typeface="Titillium Web"/>
                <a:sym typeface="Titillium Web"/>
              </a:defRPr>
            </a:lvl1pPr>
            <a:lvl2pPr marL="914400" marR="0" lvl="1"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2pPr>
            <a:lvl3pPr marL="1371600" marR="0" lvl="2"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3pPr>
            <a:lvl4pPr marL="1828800" marR="0" lvl="3"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4pPr>
            <a:lvl5pPr marL="2286000" marR="0" lvl="4"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5pPr>
            <a:lvl6pPr marL="2743200" marR="0" lvl="5"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6pPr>
            <a:lvl7pPr marL="3200400" marR="0" lvl="6"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7pPr>
            <a:lvl8pPr marL="3657600" marR="0" lvl="7"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8pPr>
            <a:lvl9pPr marL="4114800" marR="0" lvl="8" indent="-317500" algn="ctr" rtl="0">
              <a:lnSpc>
                <a:spcPct val="100000"/>
              </a:lnSpc>
              <a:spcBef>
                <a:spcPts val="0"/>
              </a:spcBef>
              <a:spcAft>
                <a:spcPts val="0"/>
              </a:spcAft>
              <a:buClr>
                <a:schemeClr val="dk1"/>
              </a:buClr>
              <a:buSzPts val="1400"/>
              <a:buFont typeface="Titillium Web"/>
              <a:buNone/>
              <a:defRPr sz="1400" b="0" i="0" u="none" strike="noStrike" cap="none">
                <a:solidFill>
                  <a:schemeClr val="dk1"/>
                </a:solidFill>
                <a:latin typeface="Titillium Web"/>
                <a:ea typeface="Titillium Web"/>
                <a:cs typeface="Titillium Web"/>
                <a:sym typeface="Titillium Web"/>
              </a:defRPr>
            </a:lvl9pPr>
          </a:lstStyle>
          <a:p>
            <a:pPr marL="0" indent="0" algn="l"/>
            <a:r>
              <a:rPr lang="en-US" dirty="0"/>
              <a:t>This project analyzes current and future technology trends using survey data. Dashboards were built in IBM Cognos Analytics to visualize programming languages, databases, platforms, web frameworks, and demographics to support data-driven insights</a:t>
            </a:r>
          </a:p>
        </p:txBody>
      </p:sp>
    </p:spTree>
    <p:extLst>
      <p:ext uri="{BB962C8B-B14F-4D97-AF65-F5344CB8AC3E}">
        <p14:creationId xmlns:p14="http://schemas.microsoft.com/office/powerpoint/2010/main" val="334658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6"/>
        <p:cNvGrpSpPr/>
        <p:nvPr/>
      </p:nvGrpSpPr>
      <p:grpSpPr>
        <a:xfrm>
          <a:off x="0" y="0"/>
          <a:ext cx="0" cy="0"/>
          <a:chOff x="0" y="0"/>
          <a:chExt cx="0" cy="0"/>
        </a:xfrm>
      </p:grpSpPr>
      <p:sp>
        <p:nvSpPr>
          <p:cNvPr id="1547" name="Google Shape;1547;p35"/>
          <p:cNvSpPr txBox="1">
            <a:spLocks noGrp="1"/>
          </p:cNvSpPr>
          <p:nvPr>
            <p:ph type="title"/>
          </p:nvPr>
        </p:nvSpPr>
        <p:spPr>
          <a:xfrm>
            <a:off x="4415995" y="1385722"/>
            <a:ext cx="3396723" cy="8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PH" dirty="0"/>
              <a:t>Introduction</a:t>
            </a:r>
            <a:endParaRPr dirty="0"/>
          </a:p>
        </p:txBody>
      </p:sp>
      <p:sp>
        <p:nvSpPr>
          <p:cNvPr id="1548" name="Google Shape;1548;p35"/>
          <p:cNvSpPr txBox="1">
            <a:spLocks noGrp="1"/>
          </p:cNvSpPr>
          <p:nvPr>
            <p:ph type="title" idx="2"/>
          </p:nvPr>
        </p:nvSpPr>
        <p:spPr>
          <a:xfrm>
            <a:off x="5373207" y="494925"/>
            <a:ext cx="1482300" cy="77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1549" name="Google Shape;1549;p35"/>
          <p:cNvSpPr txBox="1">
            <a:spLocks noGrp="1"/>
          </p:cNvSpPr>
          <p:nvPr>
            <p:ph type="subTitle" idx="1"/>
          </p:nvPr>
        </p:nvSpPr>
        <p:spPr>
          <a:xfrm>
            <a:off x="4415994" y="2132997"/>
            <a:ext cx="4189267" cy="2546077"/>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800" b="1" dirty="0"/>
              <a:t>Purpose</a:t>
            </a:r>
            <a:r>
              <a:rPr lang="en-US" sz="1800" dirty="0"/>
              <a:t>: Analyze technology usage and future trends</a:t>
            </a:r>
          </a:p>
          <a:p>
            <a:pPr algn="l">
              <a:buFont typeface="Arial" panose="020B0604020202020204" pitchFamily="34" charset="0"/>
              <a:buChar char="•"/>
            </a:pPr>
            <a:r>
              <a:rPr lang="en-US" sz="1800" b="1" dirty="0"/>
              <a:t>Audience</a:t>
            </a:r>
            <a:r>
              <a:rPr lang="en-US" sz="1800" dirty="0"/>
              <a:t>: Aspiring data professionals and decision-makers.</a:t>
            </a:r>
          </a:p>
          <a:p>
            <a:pPr algn="l">
              <a:buFont typeface="Arial" panose="020B0604020202020204" pitchFamily="34" charset="0"/>
              <a:buChar char="•"/>
            </a:pPr>
            <a:r>
              <a:rPr lang="en-US" sz="1800" b="1" dirty="0"/>
              <a:t>Value</a:t>
            </a:r>
            <a:r>
              <a:rPr lang="en-US" sz="1800" dirty="0"/>
              <a:t>: Provides insights into in-demand technologies and workforce demographics.</a:t>
            </a:r>
          </a:p>
        </p:txBody>
      </p:sp>
      <p:grpSp>
        <p:nvGrpSpPr>
          <p:cNvPr id="1550" name="Google Shape;1550;p35"/>
          <p:cNvGrpSpPr/>
          <p:nvPr/>
        </p:nvGrpSpPr>
        <p:grpSpPr>
          <a:xfrm>
            <a:off x="546375" y="880125"/>
            <a:ext cx="3259655" cy="3161125"/>
            <a:chOff x="546375" y="880125"/>
            <a:chExt cx="3259655" cy="3161125"/>
          </a:xfrm>
        </p:grpSpPr>
        <p:sp>
          <p:nvSpPr>
            <p:cNvPr id="1551" name="Google Shape;1551;p35"/>
            <p:cNvSpPr/>
            <p:nvPr/>
          </p:nvSpPr>
          <p:spPr>
            <a:xfrm>
              <a:off x="720797" y="1065421"/>
              <a:ext cx="2741833" cy="2741833"/>
            </a:xfrm>
            <a:custGeom>
              <a:avLst/>
              <a:gdLst/>
              <a:ahLst/>
              <a:cxnLst/>
              <a:rect l="l" t="t" r="r" b="b"/>
              <a:pathLst>
                <a:path w="25214" h="25214" extrusionOk="0">
                  <a:moveTo>
                    <a:pt x="12607" y="4963"/>
                  </a:moveTo>
                  <a:cubicBezTo>
                    <a:pt x="16817" y="4963"/>
                    <a:pt x="20251" y="8397"/>
                    <a:pt x="20251" y="12607"/>
                  </a:cubicBezTo>
                  <a:cubicBezTo>
                    <a:pt x="20251" y="16843"/>
                    <a:pt x="16817" y="20251"/>
                    <a:pt x="12607" y="20251"/>
                  </a:cubicBezTo>
                  <a:cubicBezTo>
                    <a:pt x="8371" y="20251"/>
                    <a:pt x="4963" y="16843"/>
                    <a:pt x="4963" y="12607"/>
                  </a:cubicBezTo>
                  <a:cubicBezTo>
                    <a:pt x="4963" y="8397"/>
                    <a:pt x="8371" y="4963"/>
                    <a:pt x="12607" y="4963"/>
                  </a:cubicBezTo>
                  <a:close/>
                  <a:moveTo>
                    <a:pt x="12607" y="1"/>
                  </a:moveTo>
                  <a:cubicBezTo>
                    <a:pt x="5639" y="1"/>
                    <a:pt x="0" y="5640"/>
                    <a:pt x="0" y="12607"/>
                  </a:cubicBezTo>
                  <a:cubicBezTo>
                    <a:pt x="0" y="19575"/>
                    <a:pt x="5639" y="25214"/>
                    <a:pt x="12607" y="25214"/>
                  </a:cubicBezTo>
                  <a:cubicBezTo>
                    <a:pt x="19574" y="25214"/>
                    <a:pt x="25213" y="19575"/>
                    <a:pt x="25213" y="12607"/>
                  </a:cubicBezTo>
                  <a:cubicBezTo>
                    <a:pt x="25213" y="5640"/>
                    <a:pt x="19574" y="1"/>
                    <a:pt x="126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5"/>
            <p:cNvSpPr/>
            <p:nvPr/>
          </p:nvSpPr>
          <p:spPr>
            <a:xfrm>
              <a:off x="1456655" y="1065421"/>
              <a:ext cx="1291861" cy="640602"/>
            </a:xfrm>
            <a:custGeom>
              <a:avLst/>
              <a:gdLst/>
              <a:ahLst/>
              <a:cxnLst/>
              <a:rect l="l" t="t" r="r" b="b"/>
              <a:pathLst>
                <a:path w="11880" h="5891" extrusionOk="0">
                  <a:moveTo>
                    <a:pt x="5840" y="1"/>
                  </a:moveTo>
                  <a:cubicBezTo>
                    <a:pt x="3735" y="1"/>
                    <a:pt x="1755" y="527"/>
                    <a:pt x="0" y="1429"/>
                  </a:cubicBezTo>
                  <a:lnTo>
                    <a:pt x="2306" y="5840"/>
                  </a:lnTo>
                  <a:cubicBezTo>
                    <a:pt x="3359" y="5289"/>
                    <a:pt x="4562" y="4963"/>
                    <a:pt x="5840" y="4963"/>
                  </a:cubicBezTo>
                  <a:cubicBezTo>
                    <a:pt x="7168" y="4963"/>
                    <a:pt x="8421" y="5314"/>
                    <a:pt x="9499" y="5890"/>
                  </a:cubicBezTo>
                  <a:lnTo>
                    <a:pt x="11880" y="1555"/>
                  </a:lnTo>
                  <a:cubicBezTo>
                    <a:pt x="10075" y="552"/>
                    <a:pt x="8020" y="1"/>
                    <a:pt x="58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5"/>
            <p:cNvSpPr/>
            <p:nvPr/>
          </p:nvSpPr>
          <p:spPr>
            <a:xfrm>
              <a:off x="2715780" y="2501683"/>
              <a:ext cx="741406" cy="839601"/>
            </a:xfrm>
            <a:custGeom>
              <a:avLst/>
              <a:gdLst/>
              <a:ahLst/>
              <a:cxnLst/>
              <a:rect l="l" t="t" r="r" b="b"/>
              <a:pathLst>
                <a:path w="6818" h="7721" extrusionOk="0">
                  <a:moveTo>
                    <a:pt x="1880" y="1"/>
                  </a:moveTo>
                  <a:cubicBezTo>
                    <a:pt x="1755" y="1705"/>
                    <a:pt x="1053" y="3234"/>
                    <a:pt x="0" y="4437"/>
                  </a:cubicBezTo>
                  <a:lnTo>
                    <a:pt x="3735" y="7720"/>
                  </a:lnTo>
                  <a:cubicBezTo>
                    <a:pt x="5464" y="5740"/>
                    <a:pt x="6592" y="3184"/>
                    <a:pt x="6817" y="402"/>
                  </a:cubicBezTo>
                  <a:lnTo>
                    <a:pt x="1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5"/>
            <p:cNvSpPr/>
            <p:nvPr/>
          </p:nvSpPr>
          <p:spPr>
            <a:xfrm>
              <a:off x="1358461" y="2981343"/>
              <a:ext cx="1766196" cy="825899"/>
            </a:xfrm>
            <a:custGeom>
              <a:avLst/>
              <a:gdLst/>
              <a:ahLst/>
              <a:cxnLst/>
              <a:rect l="l" t="t" r="r" b="b"/>
              <a:pathLst>
                <a:path w="16242" h="7595" extrusionOk="0">
                  <a:moveTo>
                    <a:pt x="12507" y="1"/>
                  </a:moveTo>
                  <a:cubicBezTo>
                    <a:pt x="11104" y="1630"/>
                    <a:pt x="9049" y="2632"/>
                    <a:pt x="6743" y="2632"/>
                  </a:cubicBezTo>
                  <a:cubicBezTo>
                    <a:pt x="5239" y="2632"/>
                    <a:pt x="3836" y="2206"/>
                    <a:pt x="2658" y="1479"/>
                  </a:cubicBezTo>
                  <a:lnTo>
                    <a:pt x="1" y="5665"/>
                  </a:lnTo>
                  <a:cubicBezTo>
                    <a:pt x="1956" y="6893"/>
                    <a:pt x="4262" y="7595"/>
                    <a:pt x="6743" y="7595"/>
                  </a:cubicBezTo>
                  <a:cubicBezTo>
                    <a:pt x="10527" y="7595"/>
                    <a:pt x="13936" y="5916"/>
                    <a:pt x="16242" y="3259"/>
                  </a:cubicBezTo>
                  <a:lnTo>
                    <a:pt x="125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5"/>
            <p:cNvSpPr/>
            <p:nvPr/>
          </p:nvSpPr>
          <p:spPr>
            <a:xfrm>
              <a:off x="720797" y="1836727"/>
              <a:ext cx="926704" cy="1760650"/>
            </a:xfrm>
            <a:custGeom>
              <a:avLst/>
              <a:gdLst/>
              <a:ahLst/>
              <a:cxnLst/>
              <a:rect l="l" t="t" r="r" b="b"/>
              <a:pathLst>
                <a:path w="8522" h="16191" extrusionOk="0">
                  <a:moveTo>
                    <a:pt x="1253" y="0"/>
                  </a:moveTo>
                  <a:cubicBezTo>
                    <a:pt x="451" y="1655"/>
                    <a:pt x="0" y="3534"/>
                    <a:pt x="0" y="5514"/>
                  </a:cubicBezTo>
                  <a:cubicBezTo>
                    <a:pt x="0" y="10000"/>
                    <a:pt x="2331" y="13960"/>
                    <a:pt x="5865" y="16191"/>
                  </a:cubicBezTo>
                  <a:lnTo>
                    <a:pt x="8522" y="12005"/>
                  </a:lnTo>
                  <a:cubicBezTo>
                    <a:pt x="6391" y="10652"/>
                    <a:pt x="4963" y="8246"/>
                    <a:pt x="4963" y="5514"/>
                  </a:cubicBezTo>
                  <a:cubicBezTo>
                    <a:pt x="4963" y="4311"/>
                    <a:pt x="5238" y="3183"/>
                    <a:pt x="5715" y="2156"/>
                  </a:cubicBezTo>
                  <a:lnTo>
                    <a:pt x="12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5"/>
            <p:cNvSpPr/>
            <p:nvPr/>
          </p:nvSpPr>
          <p:spPr>
            <a:xfrm>
              <a:off x="3587891" y="2875103"/>
              <a:ext cx="179969" cy="179969"/>
            </a:xfrm>
            <a:custGeom>
              <a:avLst/>
              <a:gdLst/>
              <a:ahLst/>
              <a:cxnLst/>
              <a:rect l="l" t="t" r="r" b="b"/>
              <a:pathLst>
                <a:path w="1655" h="1655" extrusionOk="0">
                  <a:moveTo>
                    <a:pt x="276" y="0"/>
                  </a:moveTo>
                  <a:lnTo>
                    <a:pt x="0" y="301"/>
                  </a:lnTo>
                  <a:lnTo>
                    <a:pt x="1379" y="1654"/>
                  </a:lnTo>
                  <a:lnTo>
                    <a:pt x="1654" y="1379"/>
                  </a:lnTo>
                  <a:lnTo>
                    <a:pt x="2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5"/>
            <p:cNvSpPr/>
            <p:nvPr/>
          </p:nvSpPr>
          <p:spPr>
            <a:xfrm>
              <a:off x="3587891" y="2875103"/>
              <a:ext cx="179969" cy="179969"/>
            </a:xfrm>
            <a:custGeom>
              <a:avLst/>
              <a:gdLst/>
              <a:ahLst/>
              <a:cxnLst/>
              <a:rect l="l" t="t" r="r" b="b"/>
              <a:pathLst>
                <a:path w="1655" h="1655" extrusionOk="0">
                  <a:moveTo>
                    <a:pt x="1354" y="0"/>
                  </a:moveTo>
                  <a:lnTo>
                    <a:pt x="0" y="1379"/>
                  </a:lnTo>
                  <a:lnTo>
                    <a:pt x="301" y="1654"/>
                  </a:lnTo>
                  <a:lnTo>
                    <a:pt x="1654" y="301"/>
                  </a:lnTo>
                  <a:lnTo>
                    <a:pt x="13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5"/>
            <p:cNvSpPr/>
            <p:nvPr/>
          </p:nvSpPr>
          <p:spPr>
            <a:xfrm>
              <a:off x="1077798" y="880125"/>
              <a:ext cx="212700" cy="212700"/>
            </a:xfrm>
            <a:custGeom>
              <a:avLst/>
              <a:gdLst/>
              <a:ahLst/>
              <a:cxnLst/>
              <a:rect l="l" t="t" r="r" b="b"/>
              <a:pathLst>
                <a:path w="1956" h="1956" extrusionOk="0">
                  <a:moveTo>
                    <a:pt x="978" y="426"/>
                  </a:moveTo>
                  <a:cubicBezTo>
                    <a:pt x="1279" y="426"/>
                    <a:pt x="1529" y="677"/>
                    <a:pt x="1529" y="978"/>
                  </a:cubicBezTo>
                  <a:cubicBezTo>
                    <a:pt x="1529" y="1279"/>
                    <a:pt x="1279" y="1529"/>
                    <a:pt x="978" y="1529"/>
                  </a:cubicBezTo>
                  <a:cubicBezTo>
                    <a:pt x="677" y="1529"/>
                    <a:pt x="427" y="1279"/>
                    <a:pt x="427" y="978"/>
                  </a:cubicBezTo>
                  <a:cubicBezTo>
                    <a:pt x="427" y="677"/>
                    <a:pt x="677" y="426"/>
                    <a:pt x="978" y="426"/>
                  </a:cubicBezTo>
                  <a:close/>
                  <a:moveTo>
                    <a:pt x="978" y="0"/>
                  </a:moveTo>
                  <a:cubicBezTo>
                    <a:pt x="452" y="0"/>
                    <a:pt x="0" y="452"/>
                    <a:pt x="0" y="978"/>
                  </a:cubicBezTo>
                  <a:cubicBezTo>
                    <a:pt x="0" y="1504"/>
                    <a:pt x="452" y="1955"/>
                    <a:pt x="978" y="1955"/>
                  </a:cubicBezTo>
                  <a:cubicBezTo>
                    <a:pt x="1504" y="1955"/>
                    <a:pt x="1955" y="1504"/>
                    <a:pt x="1955" y="978"/>
                  </a:cubicBezTo>
                  <a:cubicBezTo>
                    <a:pt x="1955" y="452"/>
                    <a:pt x="1504" y="0"/>
                    <a:pt x="9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5"/>
            <p:cNvSpPr/>
            <p:nvPr/>
          </p:nvSpPr>
          <p:spPr>
            <a:xfrm>
              <a:off x="3397049" y="1346192"/>
              <a:ext cx="226402" cy="229012"/>
            </a:xfrm>
            <a:custGeom>
              <a:avLst/>
              <a:gdLst/>
              <a:ahLst/>
              <a:cxnLst/>
              <a:rect l="l" t="t" r="r" b="b"/>
              <a:pathLst>
                <a:path w="2082" h="2106" extrusionOk="0">
                  <a:moveTo>
                    <a:pt x="1029" y="401"/>
                  </a:moveTo>
                  <a:cubicBezTo>
                    <a:pt x="1379" y="401"/>
                    <a:pt x="1680" y="702"/>
                    <a:pt x="1680" y="1053"/>
                  </a:cubicBezTo>
                  <a:cubicBezTo>
                    <a:pt x="1680" y="1404"/>
                    <a:pt x="1379" y="1679"/>
                    <a:pt x="1029" y="1679"/>
                  </a:cubicBezTo>
                  <a:cubicBezTo>
                    <a:pt x="678" y="1679"/>
                    <a:pt x="402" y="1404"/>
                    <a:pt x="402" y="1053"/>
                  </a:cubicBezTo>
                  <a:cubicBezTo>
                    <a:pt x="402" y="702"/>
                    <a:pt x="678" y="401"/>
                    <a:pt x="1029" y="401"/>
                  </a:cubicBezTo>
                  <a:close/>
                  <a:moveTo>
                    <a:pt x="1029" y="0"/>
                  </a:moveTo>
                  <a:cubicBezTo>
                    <a:pt x="452" y="0"/>
                    <a:pt x="1" y="476"/>
                    <a:pt x="1" y="1053"/>
                  </a:cubicBezTo>
                  <a:cubicBezTo>
                    <a:pt x="1" y="1629"/>
                    <a:pt x="452" y="2105"/>
                    <a:pt x="1029" y="2105"/>
                  </a:cubicBezTo>
                  <a:cubicBezTo>
                    <a:pt x="1605" y="2105"/>
                    <a:pt x="2081" y="1629"/>
                    <a:pt x="2081" y="1053"/>
                  </a:cubicBezTo>
                  <a:cubicBezTo>
                    <a:pt x="2081" y="476"/>
                    <a:pt x="1605" y="0"/>
                    <a:pt x="10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5"/>
            <p:cNvSpPr/>
            <p:nvPr/>
          </p:nvSpPr>
          <p:spPr>
            <a:xfrm>
              <a:off x="549094" y="2182852"/>
              <a:ext cx="54589" cy="152674"/>
            </a:xfrm>
            <a:custGeom>
              <a:avLst/>
              <a:gdLst/>
              <a:ahLst/>
              <a:cxnLst/>
              <a:rect l="l" t="t" r="r" b="b"/>
              <a:pathLst>
                <a:path w="502" h="1404" extrusionOk="0">
                  <a:moveTo>
                    <a:pt x="151" y="0"/>
                  </a:moveTo>
                  <a:cubicBezTo>
                    <a:pt x="151" y="0"/>
                    <a:pt x="126" y="101"/>
                    <a:pt x="126" y="226"/>
                  </a:cubicBezTo>
                  <a:cubicBezTo>
                    <a:pt x="101" y="351"/>
                    <a:pt x="75" y="527"/>
                    <a:pt x="50" y="702"/>
                  </a:cubicBezTo>
                  <a:cubicBezTo>
                    <a:pt x="25" y="878"/>
                    <a:pt x="25" y="1028"/>
                    <a:pt x="0" y="1153"/>
                  </a:cubicBezTo>
                  <a:cubicBezTo>
                    <a:pt x="0" y="1304"/>
                    <a:pt x="0" y="1379"/>
                    <a:pt x="0" y="1379"/>
                  </a:cubicBezTo>
                  <a:lnTo>
                    <a:pt x="351" y="1404"/>
                  </a:lnTo>
                  <a:cubicBezTo>
                    <a:pt x="351" y="1404"/>
                    <a:pt x="376" y="1304"/>
                    <a:pt x="376" y="1178"/>
                  </a:cubicBezTo>
                  <a:cubicBezTo>
                    <a:pt x="376" y="1078"/>
                    <a:pt x="401" y="903"/>
                    <a:pt x="426" y="727"/>
                  </a:cubicBezTo>
                  <a:cubicBezTo>
                    <a:pt x="426" y="577"/>
                    <a:pt x="451" y="401"/>
                    <a:pt x="477" y="276"/>
                  </a:cubicBezTo>
                  <a:cubicBezTo>
                    <a:pt x="502" y="176"/>
                    <a:pt x="502" y="76"/>
                    <a:pt x="502" y="76"/>
                  </a:cubicBez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5"/>
            <p:cNvSpPr/>
            <p:nvPr/>
          </p:nvSpPr>
          <p:spPr>
            <a:xfrm>
              <a:off x="546375" y="2406317"/>
              <a:ext cx="43714" cy="147237"/>
            </a:xfrm>
            <a:custGeom>
              <a:avLst/>
              <a:gdLst/>
              <a:ahLst/>
              <a:cxnLst/>
              <a:rect l="l" t="t" r="r" b="b"/>
              <a:pathLst>
                <a:path w="402" h="1354" extrusionOk="0">
                  <a:moveTo>
                    <a:pt x="0" y="1"/>
                  </a:moveTo>
                  <a:cubicBezTo>
                    <a:pt x="0" y="1"/>
                    <a:pt x="0" y="326"/>
                    <a:pt x="0" y="677"/>
                  </a:cubicBezTo>
                  <a:cubicBezTo>
                    <a:pt x="25" y="1003"/>
                    <a:pt x="50" y="1354"/>
                    <a:pt x="50" y="1354"/>
                  </a:cubicBezTo>
                  <a:lnTo>
                    <a:pt x="401" y="1329"/>
                  </a:lnTo>
                  <a:cubicBezTo>
                    <a:pt x="401" y="1329"/>
                    <a:pt x="401" y="1003"/>
                    <a:pt x="376" y="652"/>
                  </a:cubicBezTo>
                  <a:cubicBezTo>
                    <a:pt x="351" y="326"/>
                    <a:pt x="376" y="1"/>
                    <a:pt x="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5"/>
            <p:cNvSpPr/>
            <p:nvPr/>
          </p:nvSpPr>
          <p:spPr>
            <a:xfrm>
              <a:off x="557249" y="2621625"/>
              <a:ext cx="62744" cy="149956"/>
            </a:xfrm>
            <a:custGeom>
              <a:avLst/>
              <a:gdLst/>
              <a:ahLst/>
              <a:cxnLst/>
              <a:rect l="l" t="t" r="r" b="b"/>
              <a:pathLst>
                <a:path w="577" h="1379" extrusionOk="0">
                  <a:moveTo>
                    <a:pt x="376" y="1"/>
                  </a:moveTo>
                  <a:lnTo>
                    <a:pt x="0" y="51"/>
                  </a:lnTo>
                  <a:cubicBezTo>
                    <a:pt x="0" y="51"/>
                    <a:pt x="26" y="126"/>
                    <a:pt x="26" y="251"/>
                  </a:cubicBezTo>
                  <a:cubicBezTo>
                    <a:pt x="51" y="376"/>
                    <a:pt x="76" y="552"/>
                    <a:pt x="101" y="702"/>
                  </a:cubicBezTo>
                  <a:cubicBezTo>
                    <a:pt x="126" y="878"/>
                    <a:pt x="151" y="1053"/>
                    <a:pt x="176" y="1178"/>
                  </a:cubicBezTo>
                  <a:cubicBezTo>
                    <a:pt x="201" y="1304"/>
                    <a:pt x="226" y="1379"/>
                    <a:pt x="226" y="1379"/>
                  </a:cubicBezTo>
                  <a:lnTo>
                    <a:pt x="577" y="1304"/>
                  </a:lnTo>
                  <a:cubicBezTo>
                    <a:pt x="577" y="1304"/>
                    <a:pt x="552" y="1229"/>
                    <a:pt x="552" y="1103"/>
                  </a:cubicBezTo>
                  <a:cubicBezTo>
                    <a:pt x="527" y="978"/>
                    <a:pt x="502" y="828"/>
                    <a:pt x="477" y="652"/>
                  </a:cubicBezTo>
                  <a:cubicBezTo>
                    <a:pt x="452" y="502"/>
                    <a:pt x="427" y="326"/>
                    <a:pt x="402" y="201"/>
                  </a:cubicBezTo>
                  <a:cubicBezTo>
                    <a:pt x="376" y="76"/>
                    <a:pt x="376" y="1"/>
                    <a:pt x="3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5"/>
            <p:cNvSpPr/>
            <p:nvPr/>
          </p:nvSpPr>
          <p:spPr>
            <a:xfrm>
              <a:off x="598136" y="2834216"/>
              <a:ext cx="79165" cy="152674"/>
            </a:xfrm>
            <a:custGeom>
              <a:avLst/>
              <a:gdLst/>
              <a:ahLst/>
              <a:cxnLst/>
              <a:rect l="l" t="t" r="r" b="b"/>
              <a:pathLst>
                <a:path w="728" h="1404" extrusionOk="0">
                  <a:moveTo>
                    <a:pt x="351" y="0"/>
                  </a:moveTo>
                  <a:lnTo>
                    <a:pt x="0" y="76"/>
                  </a:lnTo>
                  <a:lnTo>
                    <a:pt x="376" y="1404"/>
                  </a:lnTo>
                  <a:lnTo>
                    <a:pt x="727" y="1279"/>
                  </a:lnTo>
                  <a:lnTo>
                    <a:pt x="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5"/>
            <p:cNvSpPr/>
            <p:nvPr/>
          </p:nvSpPr>
          <p:spPr>
            <a:xfrm>
              <a:off x="666318" y="3038650"/>
              <a:ext cx="95476" cy="149956"/>
            </a:xfrm>
            <a:custGeom>
              <a:avLst/>
              <a:gdLst/>
              <a:ahLst/>
              <a:cxnLst/>
              <a:rect l="l" t="t" r="r" b="b"/>
              <a:pathLst>
                <a:path w="878" h="1379" extrusionOk="0">
                  <a:moveTo>
                    <a:pt x="351" y="0"/>
                  </a:moveTo>
                  <a:lnTo>
                    <a:pt x="0" y="125"/>
                  </a:lnTo>
                  <a:cubicBezTo>
                    <a:pt x="0" y="125"/>
                    <a:pt x="25" y="226"/>
                    <a:pt x="75" y="326"/>
                  </a:cubicBezTo>
                  <a:cubicBezTo>
                    <a:pt x="125" y="451"/>
                    <a:pt x="175" y="627"/>
                    <a:pt x="251" y="777"/>
                  </a:cubicBezTo>
                  <a:cubicBezTo>
                    <a:pt x="401" y="1078"/>
                    <a:pt x="551" y="1379"/>
                    <a:pt x="551" y="1379"/>
                  </a:cubicBezTo>
                  <a:lnTo>
                    <a:pt x="877" y="1228"/>
                  </a:lnTo>
                  <a:cubicBezTo>
                    <a:pt x="877" y="1228"/>
                    <a:pt x="727" y="927"/>
                    <a:pt x="602" y="627"/>
                  </a:cubicBezTo>
                  <a:cubicBezTo>
                    <a:pt x="501" y="476"/>
                    <a:pt x="451" y="301"/>
                    <a:pt x="426" y="201"/>
                  </a:cubicBezTo>
                  <a:cubicBezTo>
                    <a:pt x="376" y="75"/>
                    <a:pt x="351" y="0"/>
                    <a:pt x="3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5"/>
            <p:cNvSpPr/>
            <p:nvPr/>
          </p:nvSpPr>
          <p:spPr>
            <a:xfrm>
              <a:off x="758966" y="3234821"/>
              <a:ext cx="111787" cy="144519"/>
            </a:xfrm>
            <a:custGeom>
              <a:avLst/>
              <a:gdLst/>
              <a:ahLst/>
              <a:cxnLst/>
              <a:rect l="l" t="t" r="r" b="b"/>
              <a:pathLst>
                <a:path w="1028" h="1329" extrusionOk="0">
                  <a:moveTo>
                    <a:pt x="326" y="1"/>
                  </a:moveTo>
                  <a:lnTo>
                    <a:pt x="0" y="176"/>
                  </a:lnTo>
                  <a:cubicBezTo>
                    <a:pt x="0" y="176"/>
                    <a:pt x="176" y="477"/>
                    <a:pt x="351" y="753"/>
                  </a:cubicBezTo>
                  <a:cubicBezTo>
                    <a:pt x="451" y="903"/>
                    <a:pt x="526" y="1053"/>
                    <a:pt x="602" y="1154"/>
                  </a:cubicBezTo>
                  <a:cubicBezTo>
                    <a:pt x="677" y="1254"/>
                    <a:pt x="727" y="1329"/>
                    <a:pt x="727" y="1329"/>
                  </a:cubicBezTo>
                  <a:lnTo>
                    <a:pt x="1028" y="1128"/>
                  </a:lnTo>
                  <a:cubicBezTo>
                    <a:pt x="1028" y="1128"/>
                    <a:pt x="978" y="1053"/>
                    <a:pt x="902" y="953"/>
                  </a:cubicBezTo>
                  <a:cubicBezTo>
                    <a:pt x="852" y="853"/>
                    <a:pt x="752" y="702"/>
                    <a:pt x="677" y="577"/>
                  </a:cubicBezTo>
                  <a:cubicBezTo>
                    <a:pt x="501" y="276"/>
                    <a:pt x="326" y="1"/>
                    <a:pt x="3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5"/>
            <p:cNvSpPr/>
            <p:nvPr/>
          </p:nvSpPr>
          <p:spPr>
            <a:xfrm>
              <a:off x="881518" y="3414680"/>
              <a:ext cx="122770" cy="139082"/>
            </a:xfrm>
            <a:custGeom>
              <a:avLst/>
              <a:gdLst/>
              <a:ahLst/>
              <a:cxnLst/>
              <a:rect l="l" t="t" r="r" b="b"/>
              <a:pathLst>
                <a:path w="1129" h="1279" extrusionOk="0">
                  <a:moveTo>
                    <a:pt x="277" y="1"/>
                  </a:moveTo>
                  <a:lnTo>
                    <a:pt x="1" y="226"/>
                  </a:lnTo>
                  <a:cubicBezTo>
                    <a:pt x="1" y="226"/>
                    <a:pt x="51" y="302"/>
                    <a:pt x="126" y="402"/>
                  </a:cubicBezTo>
                  <a:cubicBezTo>
                    <a:pt x="201" y="502"/>
                    <a:pt x="277" y="652"/>
                    <a:pt x="402" y="778"/>
                  </a:cubicBezTo>
                  <a:cubicBezTo>
                    <a:pt x="628" y="1028"/>
                    <a:pt x="853" y="1279"/>
                    <a:pt x="853" y="1279"/>
                  </a:cubicBezTo>
                  <a:lnTo>
                    <a:pt x="1129" y="1053"/>
                  </a:lnTo>
                  <a:cubicBezTo>
                    <a:pt x="1129" y="1053"/>
                    <a:pt x="903" y="778"/>
                    <a:pt x="678" y="527"/>
                  </a:cubicBezTo>
                  <a:cubicBezTo>
                    <a:pt x="577" y="427"/>
                    <a:pt x="477" y="276"/>
                    <a:pt x="402" y="176"/>
                  </a:cubicBezTo>
                  <a:cubicBezTo>
                    <a:pt x="327" y="76"/>
                    <a:pt x="277" y="1"/>
                    <a:pt x="2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5"/>
            <p:cNvSpPr/>
            <p:nvPr/>
          </p:nvSpPr>
          <p:spPr>
            <a:xfrm>
              <a:off x="3645089" y="2101078"/>
              <a:ext cx="38277" cy="57307"/>
            </a:xfrm>
            <a:custGeom>
              <a:avLst/>
              <a:gdLst/>
              <a:ahLst/>
              <a:cxnLst/>
              <a:rect l="l" t="t" r="r" b="b"/>
              <a:pathLst>
                <a:path w="352" h="527" extrusionOk="0">
                  <a:moveTo>
                    <a:pt x="1" y="1"/>
                  </a:moveTo>
                  <a:lnTo>
                    <a:pt x="1" y="527"/>
                  </a:lnTo>
                  <a:lnTo>
                    <a:pt x="352" y="527"/>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5"/>
            <p:cNvSpPr/>
            <p:nvPr/>
          </p:nvSpPr>
          <p:spPr>
            <a:xfrm>
              <a:off x="3645089" y="2188289"/>
              <a:ext cx="38277" cy="57307"/>
            </a:xfrm>
            <a:custGeom>
              <a:avLst/>
              <a:gdLst/>
              <a:ahLst/>
              <a:cxnLst/>
              <a:rect l="l" t="t" r="r" b="b"/>
              <a:pathLst>
                <a:path w="352" h="527" extrusionOk="0">
                  <a:moveTo>
                    <a:pt x="1" y="1"/>
                  </a:moveTo>
                  <a:lnTo>
                    <a:pt x="1" y="527"/>
                  </a:lnTo>
                  <a:lnTo>
                    <a:pt x="352" y="527"/>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5"/>
            <p:cNvSpPr/>
            <p:nvPr/>
          </p:nvSpPr>
          <p:spPr>
            <a:xfrm>
              <a:off x="3645089" y="2275500"/>
              <a:ext cx="38277" cy="57307"/>
            </a:xfrm>
            <a:custGeom>
              <a:avLst/>
              <a:gdLst/>
              <a:ahLst/>
              <a:cxnLst/>
              <a:rect l="l" t="t" r="r" b="b"/>
              <a:pathLst>
                <a:path w="352" h="527" extrusionOk="0">
                  <a:moveTo>
                    <a:pt x="1" y="1"/>
                  </a:moveTo>
                  <a:lnTo>
                    <a:pt x="1" y="527"/>
                  </a:lnTo>
                  <a:lnTo>
                    <a:pt x="352" y="527"/>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5"/>
            <p:cNvSpPr/>
            <p:nvPr/>
          </p:nvSpPr>
          <p:spPr>
            <a:xfrm>
              <a:off x="3645089" y="2362711"/>
              <a:ext cx="38277" cy="57307"/>
            </a:xfrm>
            <a:custGeom>
              <a:avLst/>
              <a:gdLst/>
              <a:ahLst/>
              <a:cxnLst/>
              <a:rect l="l" t="t" r="r" b="b"/>
              <a:pathLst>
                <a:path w="352" h="527" extrusionOk="0">
                  <a:moveTo>
                    <a:pt x="1" y="1"/>
                  </a:moveTo>
                  <a:lnTo>
                    <a:pt x="1" y="527"/>
                  </a:lnTo>
                  <a:lnTo>
                    <a:pt x="352" y="527"/>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5"/>
            <p:cNvSpPr/>
            <p:nvPr/>
          </p:nvSpPr>
          <p:spPr>
            <a:xfrm>
              <a:off x="3645089" y="2449922"/>
              <a:ext cx="38277" cy="57307"/>
            </a:xfrm>
            <a:custGeom>
              <a:avLst/>
              <a:gdLst/>
              <a:ahLst/>
              <a:cxnLst/>
              <a:rect l="l" t="t" r="r" b="b"/>
              <a:pathLst>
                <a:path w="352" h="527" extrusionOk="0">
                  <a:moveTo>
                    <a:pt x="1" y="1"/>
                  </a:moveTo>
                  <a:lnTo>
                    <a:pt x="1" y="527"/>
                  </a:lnTo>
                  <a:lnTo>
                    <a:pt x="352" y="527"/>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5"/>
            <p:cNvSpPr/>
            <p:nvPr/>
          </p:nvSpPr>
          <p:spPr>
            <a:xfrm>
              <a:off x="3645089" y="2537133"/>
              <a:ext cx="38277" cy="57307"/>
            </a:xfrm>
            <a:custGeom>
              <a:avLst/>
              <a:gdLst/>
              <a:ahLst/>
              <a:cxnLst/>
              <a:rect l="l" t="t" r="r" b="b"/>
              <a:pathLst>
                <a:path w="352" h="527" extrusionOk="0">
                  <a:moveTo>
                    <a:pt x="1" y="1"/>
                  </a:moveTo>
                  <a:lnTo>
                    <a:pt x="1" y="527"/>
                  </a:lnTo>
                  <a:lnTo>
                    <a:pt x="352" y="527"/>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5"/>
            <p:cNvSpPr/>
            <p:nvPr/>
          </p:nvSpPr>
          <p:spPr>
            <a:xfrm>
              <a:off x="3645089" y="2621625"/>
              <a:ext cx="38277" cy="60026"/>
            </a:xfrm>
            <a:custGeom>
              <a:avLst/>
              <a:gdLst/>
              <a:ahLst/>
              <a:cxnLst/>
              <a:rect l="l" t="t" r="r" b="b"/>
              <a:pathLst>
                <a:path w="352" h="552" extrusionOk="0">
                  <a:moveTo>
                    <a:pt x="1" y="1"/>
                  </a:moveTo>
                  <a:lnTo>
                    <a:pt x="1" y="552"/>
                  </a:lnTo>
                  <a:lnTo>
                    <a:pt x="352" y="552"/>
                  </a:lnTo>
                  <a:lnTo>
                    <a:pt x="352" y="1"/>
                  </a:lnTo>
                  <a:close/>
                </a:path>
              </a:pathLst>
            </a:custGeom>
            <a:solidFill>
              <a:srgbClr val="D37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5"/>
            <p:cNvSpPr/>
            <p:nvPr/>
          </p:nvSpPr>
          <p:spPr>
            <a:xfrm>
              <a:off x="3119104" y="1866740"/>
              <a:ext cx="686926" cy="30013"/>
            </a:xfrm>
            <a:custGeom>
              <a:avLst/>
              <a:gdLst/>
              <a:ahLst/>
              <a:cxnLst/>
              <a:rect l="l" t="t" r="r" b="b"/>
              <a:pathLst>
                <a:path w="6317" h="276" extrusionOk="0">
                  <a:moveTo>
                    <a:pt x="1" y="0"/>
                  </a:moveTo>
                  <a:lnTo>
                    <a:pt x="1" y="276"/>
                  </a:lnTo>
                  <a:lnTo>
                    <a:pt x="6316" y="276"/>
                  </a:lnTo>
                  <a:lnTo>
                    <a:pt x="63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5"/>
            <p:cNvSpPr/>
            <p:nvPr/>
          </p:nvSpPr>
          <p:spPr>
            <a:xfrm>
              <a:off x="3129978" y="1962106"/>
              <a:ext cx="378968" cy="30013"/>
            </a:xfrm>
            <a:custGeom>
              <a:avLst/>
              <a:gdLst/>
              <a:ahLst/>
              <a:cxnLst/>
              <a:rect l="l" t="t" r="r" b="b"/>
              <a:pathLst>
                <a:path w="3485" h="276" extrusionOk="0">
                  <a:moveTo>
                    <a:pt x="1" y="0"/>
                  </a:moveTo>
                  <a:lnTo>
                    <a:pt x="1" y="276"/>
                  </a:lnTo>
                  <a:lnTo>
                    <a:pt x="3485" y="276"/>
                  </a:lnTo>
                  <a:lnTo>
                    <a:pt x="34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5"/>
            <p:cNvSpPr/>
            <p:nvPr/>
          </p:nvSpPr>
          <p:spPr>
            <a:xfrm>
              <a:off x="2331485" y="1674375"/>
              <a:ext cx="278055" cy="903759"/>
            </a:xfrm>
            <a:custGeom>
              <a:avLst/>
              <a:gdLst/>
              <a:ahLst/>
              <a:cxnLst/>
              <a:rect l="l" t="t" r="r" b="b"/>
              <a:pathLst>
                <a:path w="2557" h="8311" extrusionOk="0">
                  <a:moveTo>
                    <a:pt x="2218" y="1"/>
                  </a:moveTo>
                  <a:cubicBezTo>
                    <a:pt x="1906" y="1"/>
                    <a:pt x="1705" y="1468"/>
                    <a:pt x="1705" y="1468"/>
                  </a:cubicBezTo>
                  <a:cubicBezTo>
                    <a:pt x="1705" y="1468"/>
                    <a:pt x="1429" y="3899"/>
                    <a:pt x="1153" y="4651"/>
                  </a:cubicBezTo>
                  <a:cubicBezTo>
                    <a:pt x="953" y="5178"/>
                    <a:pt x="0" y="6581"/>
                    <a:pt x="0" y="6581"/>
                  </a:cubicBezTo>
                  <a:lnTo>
                    <a:pt x="978" y="8310"/>
                  </a:lnTo>
                  <a:cubicBezTo>
                    <a:pt x="978" y="8310"/>
                    <a:pt x="1930" y="6130"/>
                    <a:pt x="2106" y="5478"/>
                  </a:cubicBezTo>
                  <a:cubicBezTo>
                    <a:pt x="2557" y="3899"/>
                    <a:pt x="1980" y="2571"/>
                    <a:pt x="2181" y="1619"/>
                  </a:cubicBezTo>
                  <a:cubicBezTo>
                    <a:pt x="2281" y="1243"/>
                    <a:pt x="2457" y="215"/>
                    <a:pt x="2331" y="65"/>
                  </a:cubicBezTo>
                  <a:cubicBezTo>
                    <a:pt x="2292" y="20"/>
                    <a:pt x="2254" y="1"/>
                    <a:pt x="2218" y="1"/>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5"/>
            <p:cNvSpPr/>
            <p:nvPr/>
          </p:nvSpPr>
          <p:spPr>
            <a:xfrm>
              <a:off x="1870854" y="2287788"/>
              <a:ext cx="659632" cy="1743142"/>
            </a:xfrm>
            <a:custGeom>
              <a:avLst/>
              <a:gdLst/>
              <a:ahLst/>
              <a:cxnLst/>
              <a:rect l="l" t="t" r="r" b="b"/>
              <a:pathLst>
                <a:path w="6066" h="16030" extrusionOk="0">
                  <a:moveTo>
                    <a:pt x="3668" y="1"/>
                  </a:moveTo>
                  <a:cubicBezTo>
                    <a:pt x="3107" y="1"/>
                    <a:pt x="2530" y="130"/>
                    <a:pt x="2206" y="263"/>
                  </a:cubicBezTo>
                  <a:cubicBezTo>
                    <a:pt x="1505" y="539"/>
                    <a:pt x="302" y="1015"/>
                    <a:pt x="1154" y="2519"/>
                  </a:cubicBezTo>
                  <a:cubicBezTo>
                    <a:pt x="1730" y="3547"/>
                    <a:pt x="1655" y="4324"/>
                    <a:pt x="1580" y="5502"/>
                  </a:cubicBezTo>
                  <a:lnTo>
                    <a:pt x="1580" y="5602"/>
                  </a:lnTo>
                  <a:cubicBezTo>
                    <a:pt x="1204" y="8960"/>
                    <a:pt x="1028" y="10163"/>
                    <a:pt x="728" y="11441"/>
                  </a:cubicBezTo>
                  <a:cubicBezTo>
                    <a:pt x="402" y="12895"/>
                    <a:pt x="1" y="16003"/>
                    <a:pt x="652" y="16028"/>
                  </a:cubicBezTo>
                  <a:cubicBezTo>
                    <a:pt x="685" y="16029"/>
                    <a:pt x="717" y="16030"/>
                    <a:pt x="748" y="16030"/>
                  </a:cubicBezTo>
                  <a:cubicBezTo>
                    <a:pt x="1316" y="16030"/>
                    <a:pt x="1635" y="15821"/>
                    <a:pt x="1279" y="15702"/>
                  </a:cubicBezTo>
                  <a:cubicBezTo>
                    <a:pt x="903" y="15602"/>
                    <a:pt x="903" y="15552"/>
                    <a:pt x="903" y="15426"/>
                  </a:cubicBezTo>
                  <a:cubicBezTo>
                    <a:pt x="1053" y="13923"/>
                    <a:pt x="3209" y="11592"/>
                    <a:pt x="3384" y="9787"/>
                  </a:cubicBezTo>
                  <a:cubicBezTo>
                    <a:pt x="3434" y="9186"/>
                    <a:pt x="3484" y="8634"/>
                    <a:pt x="3510" y="8133"/>
                  </a:cubicBezTo>
                  <a:cubicBezTo>
                    <a:pt x="3760" y="9462"/>
                    <a:pt x="3585" y="10840"/>
                    <a:pt x="3585" y="11291"/>
                  </a:cubicBezTo>
                  <a:cubicBezTo>
                    <a:pt x="3660" y="12945"/>
                    <a:pt x="3986" y="16028"/>
                    <a:pt x="4688" y="16028"/>
                  </a:cubicBezTo>
                  <a:cubicBezTo>
                    <a:pt x="5439" y="16028"/>
                    <a:pt x="5815" y="15802"/>
                    <a:pt x="5339" y="15702"/>
                  </a:cubicBezTo>
                  <a:cubicBezTo>
                    <a:pt x="4913" y="15602"/>
                    <a:pt x="4938" y="15577"/>
                    <a:pt x="4938" y="15452"/>
                  </a:cubicBezTo>
                  <a:cubicBezTo>
                    <a:pt x="5038" y="13822"/>
                    <a:pt x="5765" y="10765"/>
                    <a:pt x="5916" y="8810"/>
                  </a:cubicBezTo>
                  <a:cubicBezTo>
                    <a:pt x="6066" y="6529"/>
                    <a:pt x="5063" y="4875"/>
                    <a:pt x="5013" y="4775"/>
                  </a:cubicBezTo>
                  <a:cubicBezTo>
                    <a:pt x="4462" y="3271"/>
                    <a:pt x="5339" y="1817"/>
                    <a:pt x="5164" y="840"/>
                  </a:cubicBezTo>
                  <a:cubicBezTo>
                    <a:pt x="5039" y="201"/>
                    <a:pt x="4366" y="1"/>
                    <a:pt x="3668" y="1"/>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5"/>
            <p:cNvSpPr/>
            <p:nvPr/>
          </p:nvSpPr>
          <p:spPr>
            <a:xfrm>
              <a:off x="1884555" y="2850527"/>
              <a:ext cx="643212" cy="1071331"/>
            </a:xfrm>
            <a:custGeom>
              <a:avLst/>
              <a:gdLst/>
              <a:ahLst/>
              <a:cxnLst/>
              <a:rect l="l" t="t" r="r" b="b"/>
              <a:pathLst>
                <a:path w="5915" h="9852" extrusionOk="0">
                  <a:moveTo>
                    <a:pt x="5088" y="1"/>
                  </a:moveTo>
                  <a:cubicBezTo>
                    <a:pt x="4387" y="523"/>
                    <a:pt x="3565" y="669"/>
                    <a:pt x="2850" y="669"/>
                  </a:cubicBezTo>
                  <a:cubicBezTo>
                    <a:pt x="2262" y="669"/>
                    <a:pt x="1746" y="570"/>
                    <a:pt x="1429" y="502"/>
                  </a:cubicBezTo>
                  <a:cubicBezTo>
                    <a:pt x="1228" y="2181"/>
                    <a:pt x="125" y="8547"/>
                    <a:pt x="0" y="9424"/>
                  </a:cubicBezTo>
                  <a:cubicBezTo>
                    <a:pt x="577" y="9625"/>
                    <a:pt x="752" y="9675"/>
                    <a:pt x="927" y="9675"/>
                  </a:cubicBezTo>
                  <a:cubicBezTo>
                    <a:pt x="3960" y="5214"/>
                    <a:pt x="3358" y="3459"/>
                    <a:pt x="3384" y="2958"/>
                  </a:cubicBezTo>
                  <a:lnTo>
                    <a:pt x="3384" y="2958"/>
                  </a:lnTo>
                  <a:cubicBezTo>
                    <a:pt x="3484" y="3535"/>
                    <a:pt x="3509" y="6843"/>
                    <a:pt x="3734" y="9675"/>
                  </a:cubicBezTo>
                  <a:cubicBezTo>
                    <a:pt x="3854" y="9750"/>
                    <a:pt x="4118" y="9852"/>
                    <a:pt x="4401" y="9852"/>
                  </a:cubicBezTo>
                  <a:cubicBezTo>
                    <a:pt x="4592" y="9852"/>
                    <a:pt x="4791" y="9806"/>
                    <a:pt x="4963" y="9675"/>
                  </a:cubicBezTo>
                  <a:cubicBezTo>
                    <a:pt x="4988" y="9500"/>
                    <a:pt x="5765" y="3785"/>
                    <a:pt x="5790" y="3635"/>
                  </a:cubicBezTo>
                  <a:cubicBezTo>
                    <a:pt x="5915" y="1956"/>
                    <a:pt x="5389" y="627"/>
                    <a:pt x="5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5"/>
            <p:cNvSpPr/>
            <p:nvPr/>
          </p:nvSpPr>
          <p:spPr>
            <a:xfrm>
              <a:off x="2028965" y="2280937"/>
              <a:ext cx="498802" cy="743472"/>
            </a:xfrm>
            <a:custGeom>
              <a:avLst/>
              <a:gdLst/>
              <a:ahLst/>
              <a:cxnLst/>
              <a:rect l="l" t="t" r="r" b="b"/>
              <a:pathLst>
                <a:path w="4587" h="6837" extrusionOk="0">
                  <a:moveTo>
                    <a:pt x="2281" y="1"/>
                  </a:moveTo>
                  <a:cubicBezTo>
                    <a:pt x="3484" y="1329"/>
                    <a:pt x="3158" y="1880"/>
                    <a:pt x="2782" y="1956"/>
                  </a:cubicBezTo>
                  <a:cubicBezTo>
                    <a:pt x="2692" y="1975"/>
                    <a:pt x="2604" y="1984"/>
                    <a:pt x="2518" y="1984"/>
                  </a:cubicBezTo>
                  <a:cubicBezTo>
                    <a:pt x="1362" y="1984"/>
                    <a:pt x="602" y="377"/>
                    <a:pt x="602" y="377"/>
                  </a:cubicBezTo>
                  <a:lnTo>
                    <a:pt x="276" y="502"/>
                  </a:lnTo>
                  <a:cubicBezTo>
                    <a:pt x="276" y="502"/>
                    <a:pt x="953" y="1053"/>
                    <a:pt x="1053" y="2231"/>
                  </a:cubicBezTo>
                  <a:cubicBezTo>
                    <a:pt x="1153" y="3635"/>
                    <a:pt x="101" y="3635"/>
                    <a:pt x="101" y="3635"/>
                  </a:cubicBezTo>
                  <a:cubicBezTo>
                    <a:pt x="251" y="4412"/>
                    <a:pt x="0" y="6642"/>
                    <a:pt x="0" y="6642"/>
                  </a:cubicBezTo>
                  <a:cubicBezTo>
                    <a:pt x="437" y="6775"/>
                    <a:pt x="931" y="6836"/>
                    <a:pt x="1494" y="6836"/>
                  </a:cubicBezTo>
                  <a:cubicBezTo>
                    <a:pt x="1674" y="6836"/>
                    <a:pt x="1861" y="6830"/>
                    <a:pt x="2056" y="6818"/>
                  </a:cubicBezTo>
                  <a:cubicBezTo>
                    <a:pt x="3835" y="6642"/>
                    <a:pt x="4236" y="6316"/>
                    <a:pt x="4236" y="6316"/>
                  </a:cubicBezTo>
                  <a:cubicBezTo>
                    <a:pt x="4236" y="6316"/>
                    <a:pt x="4587" y="5414"/>
                    <a:pt x="4236" y="3484"/>
                  </a:cubicBezTo>
                  <a:cubicBezTo>
                    <a:pt x="3860" y="1529"/>
                    <a:pt x="2707" y="101"/>
                    <a:pt x="2707" y="101"/>
                  </a:cubicBezTo>
                  <a:lnTo>
                    <a:pt x="22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5"/>
            <p:cNvSpPr/>
            <p:nvPr/>
          </p:nvSpPr>
          <p:spPr>
            <a:xfrm>
              <a:off x="2108564" y="2201882"/>
              <a:ext cx="184645" cy="181600"/>
            </a:xfrm>
            <a:custGeom>
              <a:avLst/>
              <a:gdLst/>
              <a:ahLst/>
              <a:cxnLst/>
              <a:rect l="l" t="t" r="r" b="b"/>
              <a:pathLst>
                <a:path w="1698" h="1670" extrusionOk="0">
                  <a:moveTo>
                    <a:pt x="196" y="1"/>
                  </a:moveTo>
                  <a:cubicBezTo>
                    <a:pt x="196" y="1"/>
                    <a:pt x="622" y="552"/>
                    <a:pt x="271" y="953"/>
                  </a:cubicBezTo>
                  <a:cubicBezTo>
                    <a:pt x="0" y="1282"/>
                    <a:pt x="1040" y="1670"/>
                    <a:pt x="1485" y="1670"/>
                  </a:cubicBezTo>
                  <a:cubicBezTo>
                    <a:pt x="1618" y="1670"/>
                    <a:pt x="1697" y="1635"/>
                    <a:pt x="1674" y="1555"/>
                  </a:cubicBezTo>
                  <a:cubicBezTo>
                    <a:pt x="1499" y="1129"/>
                    <a:pt x="1223" y="903"/>
                    <a:pt x="1324" y="327"/>
                  </a:cubicBezTo>
                  <a:lnTo>
                    <a:pt x="196" y="1"/>
                  </a:ln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5"/>
            <p:cNvSpPr/>
            <p:nvPr/>
          </p:nvSpPr>
          <p:spPr>
            <a:xfrm>
              <a:off x="2075289" y="2045946"/>
              <a:ext cx="264462" cy="263701"/>
            </a:xfrm>
            <a:custGeom>
              <a:avLst/>
              <a:gdLst/>
              <a:ahLst/>
              <a:cxnLst/>
              <a:rect l="l" t="t" r="r" b="b"/>
              <a:pathLst>
                <a:path w="2432" h="2425" extrusionOk="0">
                  <a:moveTo>
                    <a:pt x="858" y="0"/>
                  </a:moveTo>
                  <a:cubicBezTo>
                    <a:pt x="499" y="0"/>
                    <a:pt x="234" y="346"/>
                    <a:pt x="176" y="558"/>
                  </a:cubicBezTo>
                  <a:cubicBezTo>
                    <a:pt x="0" y="1159"/>
                    <a:pt x="351" y="1660"/>
                    <a:pt x="602" y="1886"/>
                  </a:cubicBezTo>
                  <a:cubicBezTo>
                    <a:pt x="993" y="2277"/>
                    <a:pt x="1459" y="2425"/>
                    <a:pt x="1771" y="2425"/>
                  </a:cubicBezTo>
                  <a:cubicBezTo>
                    <a:pt x="1939" y="2425"/>
                    <a:pt x="2062" y="2382"/>
                    <a:pt x="2106" y="2312"/>
                  </a:cubicBezTo>
                  <a:cubicBezTo>
                    <a:pt x="2432" y="1861"/>
                    <a:pt x="1680" y="382"/>
                    <a:pt x="1203" y="107"/>
                  </a:cubicBezTo>
                  <a:cubicBezTo>
                    <a:pt x="1082" y="31"/>
                    <a:pt x="966" y="0"/>
                    <a:pt x="858" y="0"/>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5"/>
            <p:cNvSpPr/>
            <p:nvPr/>
          </p:nvSpPr>
          <p:spPr>
            <a:xfrm>
              <a:off x="2050713" y="2027678"/>
              <a:ext cx="218137" cy="247172"/>
            </a:xfrm>
            <a:custGeom>
              <a:avLst/>
              <a:gdLst/>
              <a:ahLst/>
              <a:cxnLst/>
              <a:rect l="l" t="t" r="r" b="b"/>
              <a:pathLst>
                <a:path w="2006" h="2273" extrusionOk="0">
                  <a:moveTo>
                    <a:pt x="1139" y="1"/>
                  </a:moveTo>
                  <a:cubicBezTo>
                    <a:pt x="704" y="1"/>
                    <a:pt x="260" y="305"/>
                    <a:pt x="151" y="801"/>
                  </a:cubicBezTo>
                  <a:cubicBezTo>
                    <a:pt x="1" y="1503"/>
                    <a:pt x="352" y="1828"/>
                    <a:pt x="402" y="1904"/>
                  </a:cubicBezTo>
                  <a:cubicBezTo>
                    <a:pt x="591" y="2122"/>
                    <a:pt x="864" y="2272"/>
                    <a:pt x="992" y="2272"/>
                  </a:cubicBezTo>
                  <a:cubicBezTo>
                    <a:pt x="1084" y="2272"/>
                    <a:pt x="1101" y="2193"/>
                    <a:pt x="953" y="2004"/>
                  </a:cubicBezTo>
                  <a:cubicBezTo>
                    <a:pt x="627" y="1553"/>
                    <a:pt x="1079" y="1553"/>
                    <a:pt x="803" y="1177"/>
                  </a:cubicBezTo>
                  <a:cubicBezTo>
                    <a:pt x="703" y="1026"/>
                    <a:pt x="828" y="1051"/>
                    <a:pt x="1404" y="826"/>
                  </a:cubicBezTo>
                  <a:cubicBezTo>
                    <a:pt x="1981" y="600"/>
                    <a:pt x="2006" y="550"/>
                    <a:pt x="1856" y="375"/>
                  </a:cubicBezTo>
                  <a:cubicBezTo>
                    <a:pt x="1674" y="117"/>
                    <a:pt x="1408" y="1"/>
                    <a:pt x="1139"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5"/>
            <p:cNvSpPr/>
            <p:nvPr/>
          </p:nvSpPr>
          <p:spPr>
            <a:xfrm>
              <a:off x="2230681" y="2222978"/>
              <a:ext cx="73401" cy="61548"/>
            </a:xfrm>
            <a:custGeom>
              <a:avLst/>
              <a:gdLst/>
              <a:ahLst/>
              <a:cxnLst/>
              <a:rect l="l" t="t" r="r" b="b"/>
              <a:pathLst>
                <a:path w="675" h="566" extrusionOk="0">
                  <a:moveTo>
                    <a:pt x="501" y="1"/>
                  </a:moveTo>
                  <a:cubicBezTo>
                    <a:pt x="486" y="1"/>
                    <a:pt x="469" y="3"/>
                    <a:pt x="451" y="7"/>
                  </a:cubicBezTo>
                  <a:cubicBezTo>
                    <a:pt x="251" y="57"/>
                    <a:pt x="175" y="333"/>
                    <a:pt x="175" y="333"/>
                  </a:cubicBezTo>
                  <a:cubicBezTo>
                    <a:pt x="150" y="433"/>
                    <a:pt x="0" y="509"/>
                    <a:pt x="175" y="559"/>
                  </a:cubicBezTo>
                  <a:cubicBezTo>
                    <a:pt x="193" y="564"/>
                    <a:pt x="211" y="566"/>
                    <a:pt x="230" y="566"/>
                  </a:cubicBezTo>
                  <a:cubicBezTo>
                    <a:pt x="402" y="566"/>
                    <a:pt x="629" y="373"/>
                    <a:pt x="652" y="283"/>
                  </a:cubicBezTo>
                  <a:cubicBezTo>
                    <a:pt x="675" y="215"/>
                    <a:pt x="656" y="1"/>
                    <a:pt x="501" y="1"/>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5"/>
            <p:cNvSpPr/>
            <p:nvPr/>
          </p:nvSpPr>
          <p:spPr>
            <a:xfrm>
              <a:off x="2335400" y="3989815"/>
              <a:ext cx="170617" cy="45998"/>
            </a:xfrm>
            <a:custGeom>
              <a:avLst/>
              <a:gdLst/>
              <a:ahLst/>
              <a:cxnLst/>
              <a:rect l="l" t="t" r="r" b="b"/>
              <a:pathLst>
                <a:path w="1569" h="423" extrusionOk="0">
                  <a:moveTo>
                    <a:pt x="942" y="0"/>
                  </a:moveTo>
                  <a:cubicBezTo>
                    <a:pt x="825" y="84"/>
                    <a:pt x="683" y="111"/>
                    <a:pt x="545" y="111"/>
                  </a:cubicBezTo>
                  <a:cubicBezTo>
                    <a:pt x="271" y="111"/>
                    <a:pt x="15" y="0"/>
                    <a:pt x="15" y="0"/>
                  </a:cubicBezTo>
                  <a:lnTo>
                    <a:pt x="15" y="0"/>
                  </a:lnTo>
                  <a:cubicBezTo>
                    <a:pt x="1" y="318"/>
                    <a:pt x="232" y="423"/>
                    <a:pt x="509" y="423"/>
                  </a:cubicBezTo>
                  <a:cubicBezTo>
                    <a:pt x="733" y="423"/>
                    <a:pt x="988" y="354"/>
                    <a:pt x="1167" y="276"/>
                  </a:cubicBezTo>
                  <a:cubicBezTo>
                    <a:pt x="1568" y="100"/>
                    <a:pt x="942" y="0"/>
                    <a:pt x="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5"/>
            <p:cNvSpPr/>
            <p:nvPr/>
          </p:nvSpPr>
          <p:spPr>
            <a:xfrm>
              <a:off x="1910218" y="3995252"/>
              <a:ext cx="167898" cy="45998"/>
            </a:xfrm>
            <a:custGeom>
              <a:avLst/>
              <a:gdLst/>
              <a:ahLst/>
              <a:cxnLst/>
              <a:rect l="l" t="t" r="r" b="b"/>
              <a:pathLst>
                <a:path w="1544" h="423" extrusionOk="0">
                  <a:moveTo>
                    <a:pt x="917" y="0"/>
                  </a:moveTo>
                  <a:cubicBezTo>
                    <a:pt x="800" y="84"/>
                    <a:pt x="661" y="112"/>
                    <a:pt x="527" y="112"/>
                  </a:cubicBezTo>
                  <a:cubicBezTo>
                    <a:pt x="260" y="112"/>
                    <a:pt x="15" y="0"/>
                    <a:pt x="15" y="0"/>
                  </a:cubicBezTo>
                  <a:lnTo>
                    <a:pt x="15" y="0"/>
                  </a:lnTo>
                  <a:cubicBezTo>
                    <a:pt x="1" y="319"/>
                    <a:pt x="224" y="423"/>
                    <a:pt x="494" y="423"/>
                  </a:cubicBezTo>
                  <a:cubicBezTo>
                    <a:pt x="713" y="423"/>
                    <a:pt x="963" y="354"/>
                    <a:pt x="1143" y="276"/>
                  </a:cubicBezTo>
                  <a:cubicBezTo>
                    <a:pt x="1544" y="100"/>
                    <a:pt x="917" y="0"/>
                    <a:pt x="9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5"/>
            <p:cNvSpPr/>
            <p:nvPr/>
          </p:nvSpPr>
          <p:spPr>
            <a:xfrm>
              <a:off x="1584753" y="1827049"/>
              <a:ext cx="504239" cy="791972"/>
            </a:xfrm>
            <a:custGeom>
              <a:avLst/>
              <a:gdLst/>
              <a:ahLst/>
              <a:cxnLst/>
              <a:rect l="l" t="t" r="r" b="b"/>
              <a:pathLst>
                <a:path w="4637" h="7283" extrusionOk="0">
                  <a:moveTo>
                    <a:pt x="177" y="1"/>
                  </a:moveTo>
                  <a:cubicBezTo>
                    <a:pt x="123" y="1"/>
                    <a:pt x="79" y="35"/>
                    <a:pt x="50" y="114"/>
                  </a:cubicBezTo>
                  <a:cubicBezTo>
                    <a:pt x="0" y="290"/>
                    <a:pt x="552" y="1192"/>
                    <a:pt x="752" y="1493"/>
                  </a:cubicBezTo>
                  <a:cubicBezTo>
                    <a:pt x="1278" y="2320"/>
                    <a:pt x="1328" y="4024"/>
                    <a:pt x="2256" y="5052"/>
                  </a:cubicBezTo>
                  <a:cubicBezTo>
                    <a:pt x="2707" y="5553"/>
                    <a:pt x="4336" y="7282"/>
                    <a:pt x="4336" y="7282"/>
                  </a:cubicBezTo>
                  <a:lnTo>
                    <a:pt x="4637" y="5328"/>
                  </a:lnTo>
                  <a:cubicBezTo>
                    <a:pt x="4637" y="5328"/>
                    <a:pt x="3208" y="4350"/>
                    <a:pt x="2832" y="3949"/>
                  </a:cubicBezTo>
                  <a:cubicBezTo>
                    <a:pt x="2281" y="3348"/>
                    <a:pt x="1153" y="1192"/>
                    <a:pt x="1153" y="1192"/>
                  </a:cubicBezTo>
                  <a:cubicBezTo>
                    <a:pt x="1153" y="1192"/>
                    <a:pt x="493" y="1"/>
                    <a:pt x="177" y="1"/>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5"/>
            <p:cNvSpPr/>
            <p:nvPr/>
          </p:nvSpPr>
          <p:spPr>
            <a:xfrm>
              <a:off x="2587681" y="1962106"/>
              <a:ext cx="316223" cy="294475"/>
            </a:xfrm>
            <a:custGeom>
              <a:avLst/>
              <a:gdLst/>
              <a:ahLst/>
              <a:cxnLst/>
              <a:rect l="l" t="t" r="r" b="b"/>
              <a:pathLst>
                <a:path w="2908" h="2708" extrusionOk="0">
                  <a:moveTo>
                    <a:pt x="2807" y="0"/>
                  </a:moveTo>
                  <a:lnTo>
                    <a:pt x="2807" y="0"/>
                  </a:lnTo>
                  <a:cubicBezTo>
                    <a:pt x="2005" y="247"/>
                    <a:pt x="1374" y="295"/>
                    <a:pt x="1007" y="295"/>
                  </a:cubicBezTo>
                  <a:cubicBezTo>
                    <a:pt x="778" y="295"/>
                    <a:pt x="652" y="276"/>
                    <a:pt x="652" y="276"/>
                  </a:cubicBezTo>
                  <a:lnTo>
                    <a:pt x="652" y="276"/>
                  </a:lnTo>
                  <a:cubicBezTo>
                    <a:pt x="827" y="1354"/>
                    <a:pt x="0" y="2707"/>
                    <a:pt x="0" y="2707"/>
                  </a:cubicBezTo>
                  <a:cubicBezTo>
                    <a:pt x="351" y="2206"/>
                    <a:pt x="2908" y="1880"/>
                    <a:pt x="2908" y="1880"/>
                  </a:cubicBezTo>
                  <a:cubicBezTo>
                    <a:pt x="2456" y="1153"/>
                    <a:pt x="2807" y="0"/>
                    <a:pt x="28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5"/>
            <p:cNvSpPr/>
            <p:nvPr/>
          </p:nvSpPr>
          <p:spPr>
            <a:xfrm>
              <a:off x="1524728" y="2528977"/>
              <a:ext cx="313505" cy="297193"/>
            </a:xfrm>
            <a:custGeom>
              <a:avLst/>
              <a:gdLst/>
              <a:ahLst/>
              <a:cxnLst/>
              <a:rect l="l" t="t" r="r" b="b"/>
              <a:pathLst>
                <a:path w="2883" h="2733" extrusionOk="0">
                  <a:moveTo>
                    <a:pt x="2783" y="0"/>
                  </a:moveTo>
                  <a:lnTo>
                    <a:pt x="2783" y="0"/>
                  </a:lnTo>
                  <a:cubicBezTo>
                    <a:pt x="1981" y="247"/>
                    <a:pt x="1359" y="295"/>
                    <a:pt x="1000" y="295"/>
                  </a:cubicBezTo>
                  <a:cubicBezTo>
                    <a:pt x="775" y="295"/>
                    <a:pt x="652" y="276"/>
                    <a:pt x="652" y="276"/>
                  </a:cubicBezTo>
                  <a:lnTo>
                    <a:pt x="652" y="276"/>
                  </a:lnTo>
                  <a:cubicBezTo>
                    <a:pt x="803" y="1379"/>
                    <a:pt x="1" y="2732"/>
                    <a:pt x="1" y="2732"/>
                  </a:cubicBezTo>
                  <a:cubicBezTo>
                    <a:pt x="327" y="2206"/>
                    <a:pt x="2883" y="1880"/>
                    <a:pt x="2883" y="1880"/>
                  </a:cubicBezTo>
                  <a:cubicBezTo>
                    <a:pt x="2432" y="1178"/>
                    <a:pt x="2783" y="0"/>
                    <a:pt x="27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5"/>
            <p:cNvSpPr/>
            <p:nvPr/>
          </p:nvSpPr>
          <p:spPr>
            <a:xfrm>
              <a:off x="2658473" y="1534207"/>
              <a:ext cx="215419" cy="201826"/>
            </a:xfrm>
            <a:custGeom>
              <a:avLst/>
              <a:gdLst/>
              <a:ahLst/>
              <a:cxnLst/>
              <a:rect l="l" t="t" r="r" b="b"/>
              <a:pathLst>
                <a:path w="1981" h="1856" extrusionOk="0">
                  <a:moveTo>
                    <a:pt x="1906" y="0"/>
                  </a:moveTo>
                  <a:lnTo>
                    <a:pt x="1906" y="0"/>
                  </a:lnTo>
                  <a:cubicBezTo>
                    <a:pt x="1398" y="160"/>
                    <a:pt x="991" y="194"/>
                    <a:pt x="738" y="194"/>
                  </a:cubicBezTo>
                  <a:cubicBezTo>
                    <a:pt x="554" y="194"/>
                    <a:pt x="452" y="176"/>
                    <a:pt x="452" y="176"/>
                  </a:cubicBezTo>
                  <a:lnTo>
                    <a:pt x="452" y="176"/>
                  </a:lnTo>
                  <a:cubicBezTo>
                    <a:pt x="552" y="928"/>
                    <a:pt x="1" y="1855"/>
                    <a:pt x="1" y="1855"/>
                  </a:cubicBezTo>
                  <a:cubicBezTo>
                    <a:pt x="226" y="1504"/>
                    <a:pt x="1981" y="1304"/>
                    <a:pt x="1981" y="1304"/>
                  </a:cubicBezTo>
                  <a:cubicBezTo>
                    <a:pt x="1680" y="802"/>
                    <a:pt x="1906" y="1"/>
                    <a:pt x="1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5"/>
            <p:cNvSpPr/>
            <p:nvPr/>
          </p:nvSpPr>
          <p:spPr>
            <a:xfrm>
              <a:off x="1407612" y="1610544"/>
              <a:ext cx="365266" cy="278055"/>
            </a:xfrm>
            <a:custGeom>
              <a:avLst/>
              <a:gdLst/>
              <a:ahLst/>
              <a:cxnLst/>
              <a:rect l="l" t="t" r="r" b="b"/>
              <a:pathLst>
                <a:path w="3359" h="2557" extrusionOk="0">
                  <a:moveTo>
                    <a:pt x="1704" y="0"/>
                  </a:moveTo>
                  <a:cubicBezTo>
                    <a:pt x="1178" y="652"/>
                    <a:pt x="0" y="702"/>
                    <a:pt x="0" y="702"/>
                  </a:cubicBezTo>
                  <a:cubicBezTo>
                    <a:pt x="777" y="1755"/>
                    <a:pt x="927" y="2557"/>
                    <a:pt x="927" y="2557"/>
                  </a:cubicBezTo>
                  <a:cubicBezTo>
                    <a:pt x="1341" y="2339"/>
                    <a:pt x="1855" y="2277"/>
                    <a:pt x="2303" y="2277"/>
                  </a:cubicBezTo>
                  <a:cubicBezTo>
                    <a:pt x="2886" y="2277"/>
                    <a:pt x="3359" y="2381"/>
                    <a:pt x="3359" y="2381"/>
                  </a:cubicBezTo>
                  <a:cubicBezTo>
                    <a:pt x="2782" y="2256"/>
                    <a:pt x="1704" y="0"/>
                    <a:pt x="17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5"/>
            <p:cNvSpPr/>
            <p:nvPr/>
          </p:nvSpPr>
          <p:spPr>
            <a:xfrm>
              <a:off x="1936316" y="1460589"/>
              <a:ext cx="152674" cy="218137"/>
            </a:xfrm>
            <a:custGeom>
              <a:avLst/>
              <a:gdLst/>
              <a:ahLst/>
              <a:cxnLst/>
              <a:rect l="l" t="t" r="r" b="b"/>
              <a:pathLst>
                <a:path w="1404" h="2006" extrusionOk="0">
                  <a:moveTo>
                    <a:pt x="0" y="1"/>
                  </a:moveTo>
                  <a:lnTo>
                    <a:pt x="0" y="1479"/>
                  </a:lnTo>
                  <a:lnTo>
                    <a:pt x="1379" y="2006"/>
                  </a:lnTo>
                  <a:lnTo>
                    <a:pt x="1404" y="76"/>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5"/>
            <p:cNvSpPr/>
            <p:nvPr/>
          </p:nvSpPr>
          <p:spPr>
            <a:xfrm>
              <a:off x="2260585" y="1716785"/>
              <a:ext cx="152783" cy="220856"/>
            </a:xfrm>
            <a:custGeom>
              <a:avLst/>
              <a:gdLst/>
              <a:ahLst/>
              <a:cxnLst/>
              <a:rect l="l" t="t" r="r" b="b"/>
              <a:pathLst>
                <a:path w="1405" h="2031" extrusionOk="0">
                  <a:moveTo>
                    <a:pt x="26" y="1"/>
                  </a:moveTo>
                  <a:lnTo>
                    <a:pt x="1" y="1479"/>
                  </a:lnTo>
                  <a:lnTo>
                    <a:pt x="1379" y="2031"/>
                  </a:lnTo>
                  <a:lnTo>
                    <a:pt x="1404" y="76"/>
                  </a:lnTo>
                  <a:lnTo>
                    <a:pt x="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6"/>
        <p:cNvGrpSpPr/>
        <p:nvPr/>
      </p:nvGrpSpPr>
      <p:grpSpPr>
        <a:xfrm>
          <a:off x="0" y="0"/>
          <a:ext cx="0" cy="0"/>
          <a:chOff x="0" y="0"/>
          <a:chExt cx="0" cy="0"/>
        </a:xfrm>
      </p:grpSpPr>
      <p:sp>
        <p:nvSpPr>
          <p:cNvPr id="1548" name="Google Shape;1548;p35"/>
          <p:cNvSpPr txBox="1">
            <a:spLocks noGrp="1"/>
          </p:cNvSpPr>
          <p:nvPr>
            <p:ph type="title" idx="2"/>
          </p:nvPr>
        </p:nvSpPr>
        <p:spPr>
          <a:xfrm>
            <a:off x="4293195" y="737400"/>
            <a:ext cx="1482300" cy="77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48" name="Google Shape;1599;p36">
            <a:extLst>
              <a:ext uri="{FF2B5EF4-FFF2-40B4-BE49-F238E27FC236}">
                <a16:creationId xmlns:a16="http://schemas.microsoft.com/office/drawing/2014/main" id="{98816C19-D6D9-407D-B57A-927596E0601B}"/>
              </a:ext>
            </a:extLst>
          </p:cNvPr>
          <p:cNvGrpSpPr/>
          <p:nvPr/>
        </p:nvGrpSpPr>
        <p:grpSpPr>
          <a:xfrm>
            <a:off x="5685901" y="1464088"/>
            <a:ext cx="3200273" cy="2717518"/>
            <a:chOff x="5705925" y="1464088"/>
            <a:chExt cx="3200273" cy="2717518"/>
          </a:xfrm>
        </p:grpSpPr>
        <p:sp>
          <p:nvSpPr>
            <p:cNvPr id="49" name="Google Shape;1600;p36">
              <a:extLst>
                <a:ext uri="{FF2B5EF4-FFF2-40B4-BE49-F238E27FC236}">
                  <a16:creationId xmlns:a16="http://schemas.microsoft.com/office/drawing/2014/main" id="{14E973FC-B9F5-402E-ABAD-241968F433A4}"/>
                </a:ext>
              </a:extLst>
            </p:cNvPr>
            <p:cNvSpPr/>
            <p:nvPr/>
          </p:nvSpPr>
          <p:spPr>
            <a:xfrm>
              <a:off x="5748801" y="2686691"/>
              <a:ext cx="3032955" cy="870948"/>
            </a:xfrm>
            <a:custGeom>
              <a:avLst/>
              <a:gdLst/>
              <a:ahLst/>
              <a:cxnLst/>
              <a:rect l="l" t="t" r="r" b="b"/>
              <a:pathLst>
                <a:path w="35440" h="10177" extrusionOk="0">
                  <a:moveTo>
                    <a:pt x="22131" y="1"/>
                  </a:moveTo>
                  <a:lnTo>
                    <a:pt x="16968" y="6266"/>
                  </a:lnTo>
                  <a:lnTo>
                    <a:pt x="13159" y="3810"/>
                  </a:lnTo>
                  <a:lnTo>
                    <a:pt x="7570" y="9349"/>
                  </a:lnTo>
                  <a:lnTo>
                    <a:pt x="3610" y="7194"/>
                  </a:lnTo>
                  <a:lnTo>
                    <a:pt x="1" y="9775"/>
                  </a:lnTo>
                  <a:lnTo>
                    <a:pt x="276" y="10176"/>
                  </a:lnTo>
                  <a:lnTo>
                    <a:pt x="3660" y="7795"/>
                  </a:lnTo>
                  <a:lnTo>
                    <a:pt x="7645" y="9976"/>
                  </a:lnTo>
                  <a:lnTo>
                    <a:pt x="13209" y="4462"/>
                  </a:lnTo>
                  <a:lnTo>
                    <a:pt x="17068" y="6918"/>
                  </a:lnTo>
                  <a:lnTo>
                    <a:pt x="22131" y="778"/>
                  </a:lnTo>
                  <a:lnTo>
                    <a:pt x="27018" y="6316"/>
                  </a:lnTo>
                  <a:lnTo>
                    <a:pt x="30402" y="4136"/>
                  </a:lnTo>
                  <a:lnTo>
                    <a:pt x="35064" y="9374"/>
                  </a:lnTo>
                  <a:lnTo>
                    <a:pt x="35439" y="9023"/>
                  </a:lnTo>
                  <a:lnTo>
                    <a:pt x="30477" y="3459"/>
                  </a:lnTo>
                  <a:lnTo>
                    <a:pt x="27119" y="5640"/>
                  </a:lnTo>
                  <a:lnTo>
                    <a:pt x="221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01;p36">
              <a:extLst>
                <a:ext uri="{FF2B5EF4-FFF2-40B4-BE49-F238E27FC236}">
                  <a16:creationId xmlns:a16="http://schemas.microsoft.com/office/drawing/2014/main" id="{8F1A691B-B3DD-409A-809A-246749DE891A}"/>
                </a:ext>
              </a:extLst>
            </p:cNvPr>
            <p:cNvSpPr/>
            <p:nvPr/>
          </p:nvSpPr>
          <p:spPr>
            <a:xfrm>
              <a:off x="8702348" y="3383745"/>
              <a:ext cx="126573" cy="124519"/>
            </a:xfrm>
            <a:custGeom>
              <a:avLst/>
              <a:gdLst/>
              <a:ahLst/>
              <a:cxnLst/>
              <a:rect l="l" t="t" r="r" b="b"/>
              <a:pathLst>
                <a:path w="1479" h="1455" extrusionOk="0">
                  <a:moveTo>
                    <a:pt x="727" y="1"/>
                  </a:moveTo>
                  <a:cubicBezTo>
                    <a:pt x="326" y="1"/>
                    <a:pt x="0" y="327"/>
                    <a:pt x="0" y="728"/>
                  </a:cubicBezTo>
                  <a:cubicBezTo>
                    <a:pt x="0" y="1129"/>
                    <a:pt x="326" y="1455"/>
                    <a:pt x="727" y="1455"/>
                  </a:cubicBezTo>
                  <a:cubicBezTo>
                    <a:pt x="1153" y="1455"/>
                    <a:pt x="1479" y="1129"/>
                    <a:pt x="1479" y="728"/>
                  </a:cubicBezTo>
                  <a:cubicBezTo>
                    <a:pt x="1479" y="327"/>
                    <a:pt x="1153" y="1"/>
                    <a:pt x="7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02;p36">
              <a:extLst>
                <a:ext uri="{FF2B5EF4-FFF2-40B4-BE49-F238E27FC236}">
                  <a16:creationId xmlns:a16="http://schemas.microsoft.com/office/drawing/2014/main" id="{5157CA30-0D04-4EAA-B3F7-6BE4E908269B}"/>
                </a:ext>
              </a:extLst>
            </p:cNvPr>
            <p:cNvSpPr/>
            <p:nvPr/>
          </p:nvSpPr>
          <p:spPr>
            <a:xfrm>
              <a:off x="8003071" y="3134962"/>
              <a:ext cx="124519" cy="126658"/>
            </a:xfrm>
            <a:custGeom>
              <a:avLst/>
              <a:gdLst/>
              <a:ahLst/>
              <a:cxnLst/>
              <a:rect l="l" t="t" r="r" b="b"/>
              <a:pathLst>
                <a:path w="1455" h="1480" extrusionOk="0">
                  <a:moveTo>
                    <a:pt x="728" y="1"/>
                  </a:moveTo>
                  <a:cubicBezTo>
                    <a:pt x="326" y="1"/>
                    <a:pt x="1" y="327"/>
                    <a:pt x="1" y="753"/>
                  </a:cubicBezTo>
                  <a:cubicBezTo>
                    <a:pt x="1" y="1154"/>
                    <a:pt x="326" y="1479"/>
                    <a:pt x="728" y="1479"/>
                  </a:cubicBezTo>
                  <a:cubicBezTo>
                    <a:pt x="1129" y="1479"/>
                    <a:pt x="1454" y="1154"/>
                    <a:pt x="1454" y="753"/>
                  </a:cubicBezTo>
                  <a:cubicBezTo>
                    <a:pt x="1454" y="327"/>
                    <a:pt x="1129" y="1"/>
                    <a:pt x="728"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03;p36">
              <a:extLst>
                <a:ext uri="{FF2B5EF4-FFF2-40B4-BE49-F238E27FC236}">
                  <a16:creationId xmlns:a16="http://schemas.microsoft.com/office/drawing/2014/main" id="{BF4CB8E6-D8B8-4894-8664-9F250DC89D14}"/>
                </a:ext>
              </a:extLst>
            </p:cNvPr>
            <p:cNvSpPr/>
            <p:nvPr/>
          </p:nvSpPr>
          <p:spPr>
            <a:xfrm>
              <a:off x="8286171" y="2937614"/>
              <a:ext cx="126658" cy="124519"/>
            </a:xfrm>
            <a:custGeom>
              <a:avLst/>
              <a:gdLst/>
              <a:ahLst/>
              <a:cxnLst/>
              <a:rect l="l" t="t" r="r" b="b"/>
              <a:pathLst>
                <a:path w="1480" h="1455" extrusionOk="0">
                  <a:moveTo>
                    <a:pt x="753" y="1"/>
                  </a:moveTo>
                  <a:cubicBezTo>
                    <a:pt x="327" y="1"/>
                    <a:pt x="1" y="327"/>
                    <a:pt x="1" y="728"/>
                  </a:cubicBezTo>
                  <a:cubicBezTo>
                    <a:pt x="1" y="1129"/>
                    <a:pt x="327" y="1455"/>
                    <a:pt x="753" y="1455"/>
                  </a:cubicBezTo>
                  <a:cubicBezTo>
                    <a:pt x="1154" y="1455"/>
                    <a:pt x="1480" y="1129"/>
                    <a:pt x="1480" y="728"/>
                  </a:cubicBezTo>
                  <a:cubicBezTo>
                    <a:pt x="1480" y="327"/>
                    <a:pt x="115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04;p36">
              <a:extLst>
                <a:ext uri="{FF2B5EF4-FFF2-40B4-BE49-F238E27FC236}">
                  <a16:creationId xmlns:a16="http://schemas.microsoft.com/office/drawing/2014/main" id="{E3BD1CED-53F8-4BC3-A417-26AA62054CC7}"/>
                </a:ext>
              </a:extLst>
            </p:cNvPr>
            <p:cNvSpPr/>
            <p:nvPr/>
          </p:nvSpPr>
          <p:spPr>
            <a:xfrm>
              <a:off x="7580561" y="2656653"/>
              <a:ext cx="124433" cy="126658"/>
            </a:xfrm>
            <a:custGeom>
              <a:avLst/>
              <a:gdLst/>
              <a:ahLst/>
              <a:cxnLst/>
              <a:rect l="l" t="t" r="r" b="b"/>
              <a:pathLst>
                <a:path w="1454" h="1480" extrusionOk="0">
                  <a:moveTo>
                    <a:pt x="727" y="1"/>
                  </a:moveTo>
                  <a:cubicBezTo>
                    <a:pt x="326" y="1"/>
                    <a:pt x="0" y="327"/>
                    <a:pt x="0" y="728"/>
                  </a:cubicBezTo>
                  <a:cubicBezTo>
                    <a:pt x="0" y="1129"/>
                    <a:pt x="326" y="1479"/>
                    <a:pt x="727" y="1479"/>
                  </a:cubicBezTo>
                  <a:cubicBezTo>
                    <a:pt x="1128" y="1479"/>
                    <a:pt x="1454" y="1129"/>
                    <a:pt x="1454" y="728"/>
                  </a:cubicBezTo>
                  <a:cubicBezTo>
                    <a:pt x="1454" y="327"/>
                    <a:pt x="1128" y="1"/>
                    <a:pt x="727"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05;p36">
              <a:extLst>
                <a:ext uri="{FF2B5EF4-FFF2-40B4-BE49-F238E27FC236}">
                  <a16:creationId xmlns:a16="http://schemas.microsoft.com/office/drawing/2014/main" id="{7C1C6778-060C-4D0C-8505-6C3E52CDBB8F}"/>
                </a:ext>
              </a:extLst>
            </p:cNvPr>
            <p:cNvSpPr/>
            <p:nvPr/>
          </p:nvSpPr>
          <p:spPr>
            <a:xfrm>
              <a:off x="7157966" y="3169280"/>
              <a:ext cx="126658" cy="126658"/>
            </a:xfrm>
            <a:custGeom>
              <a:avLst/>
              <a:gdLst/>
              <a:ahLst/>
              <a:cxnLst/>
              <a:rect l="l" t="t" r="r" b="b"/>
              <a:pathLst>
                <a:path w="1480" h="1480" extrusionOk="0">
                  <a:moveTo>
                    <a:pt x="753" y="1"/>
                  </a:moveTo>
                  <a:cubicBezTo>
                    <a:pt x="352" y="1"/>
                    <a:pt x="1" y="352"/>
                    <a:pt x="1" y="753"/>
                  </a:cubicBezTo>
                  <a:cubicBezTo>
                    <a:pt x="1" y="1154"/>
                    <a:pt x="352" y="1479"/>
                    <a:pt x="753" y="1479"/>
                  </a:cubicBezTo>
                  <a:cubicBezTo>
                    <a:pt x="1154" y="1479"/>
                    <a:pt x="1480" y="1154"/>
                    <a:pt x="1480" y="753"/>
                  </a:cubicBezTo>
                  <a:cubicBezTo>
                    <a:pt x="1480" y="352"/>
                    <a:pt x="1154" y="1"/>
                    <a:pt x="753"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06;p36">
              <a:extLst>
                <a:ext uri="{FF2B5EF4-FFF2-40B4-BE49-F238E27FC236}">
                  <a16:creationId xmlns:a16="http://schemas.microsoft.com/office/drawing/2014/main" id="{31047A08-F759-4C8E-839A-B2D6FEB696FD}"/>
                </a:ext>
              </a:extLst>
            </p:cNvPr>
            <p:cNvSpPr/>
            <p:nvPr/>
          </p:nvSpPr>
          <p:spPr>
            <a:xfrm>
              <a:off x="6819153" y="2999831"/>
              <a:ext cx="126573" cy="126658"/>
            </a:xfrm>
            <a:custGeom>
              <a:avLst/>
              <a:gdLst/>
              <a:ahLst/>
              <a:cxnLst/>
              <a:rect l="l" t="t" r="r" b="b"/>
              <a:pathLst>
                <a:path w="1479" h="1480" extrusionOk="0">
                  <a:moveTo>
                    <a:pt x="727" y="1"/>
                  </a:moveTo>
                  <a:cubicBezTo>
                    <a:pt x="326" y="1"/>
                    <a:pt x="0" y="327"/>
                    <a:pt x="0" y="728"/>
                  </a:cubicBezTo>
                  <a:cubicBezTo>
                    <a:pt x="0" y="1154"/>
                    <a:pt x="326" y="1479"/>
                    <a:pt x="727" y="1479"/>
                  </a:cubicBezTo>
                  <a:cubicBezTo>
                    <a:pt x="1153" y="1479"/>
                    <a:pt x="1479" y="1154"/>
                    <a:pt x="1479" y="728"/>
                  </a:cubicBezTo>
                  <a:cubicBezTo>
                    <a:pt x="1479" y="327"/>
                    <a:pt x="1153" y="1"/>
                    <a:pt x="727"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07;p36">
              <a:extLst>
                <a:ext uri="{FF2B5EF4-FFF2-40B4-BE49-F238E27FC236}">
                  <a16:creationId xmlns:a16="http://schemas.microsoft.com/office/drawing/2014/main" id="{2B36DC64-4669-4E05-A5FE-E974FF760F4C}"/>
                </a:ext>
              </a:extLst>
            </p:cNvPr>
            <p:cNvSpPr/>
            <p:nvPr/>
          </p:nvSpPr>
          <p:spPr>
            <a:xfrm>
              <a:off x="6351543" y="3445962"/>
              <a:ext cx="126658" cy="126658"/>
            </a:xfrm>
            <a:custGeom>
              <a:avLst/>
              <a:gdLst/>
              <a:ahLst/>
              <a:cxnLst/>
              <a:rect l="l" t="t" r="r" b="b"/>
              <a:pathLst>
                <a:path w="1480" h="1480" extrusionOk="0">
                  <a:moveTo>
                    <a:pt x="752" y="1"/>
                  </a:moveTo>
                  <a:cubicBezTo>
                    <a:pt x="351" y="1"/>
                    <a:pt x="0" y="327"/>
                    <a:pt x="0" y="728"/>
                  </a:cubicBezTo>
                  <a:cubicBezTo>
                    <a:pt x="0" y="1154"/>
                    <a:pt x="351" y="1480"/>
                    <a:pt x="752" y="1480"/>
                  </a:cubicBezTo>
                  <a:cubicBezTo>
                    <a:pt x="1153" y="1480"/>
                    <a:pt x="1479" y="1154"/>
                    <a:pt x="1479" y="728"/>
                  </a:cubicBezTo>
                  <a:cubicBezTo>
                    <a:pt x="1479" y="327"/>
                    <a:pt x="1153" y="1"/>
                    <a:pt x="752"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08;p36">
              <a:extLst>
                <a:ext uri="{FF2B5EF4-FFF2-40B4-BE49-F238E27FC236}">
                  <a16:creationId xmlns:a16="http://schemas.microsoft.com/office/drawing/2014/main" id="{7C501A98-3FD2-468E-8292-895D3637E248}"/>
                </a:ext>
              </a:extLst>
            </p:cNvPr>
            <p:cNvSpPr/>
            <p:nvPr/>
          </p:nvSpPr>
          <p:spPr>
            <a:xfrm>
              <a:off x="6019063" y="3261536"/>
              <a:ext cx="124519" cy="126658"/>
            </a:xfrm>
            <a:custGeom>
              <a:avLst/>
              <a:gdLst/>
              <a:ahLst/>
              <a:cxnLst/>
              <a:rect l="l" t="t" r="r" b="b"/>
              <a:pathLst>
                <a:path w="1455" h="1480" extrusionOk="0">
                  <a:moveTo>
                    <a:pt x="727" y="0"/>
                  </a:moveTo>
                  <a:cubicBezTo>
                    <a:pt x="326" y="0"/>
                    <a:pt x="1" y="326"/>
                    <a:pt x="1" y="727"/>
                  </a:cubicBezTo>
                  <a:cubicBezTo>
                    <a:pt x="1" y="1153"/>
                    <a:pt x="326" y="1479"/>
                    <a:pt x="727" y="1479"/>
                  </a:cubicBezTo>
                  <a:cubicBezTo>
                    <a:pt x="1128" y="1479"/>
                    <a:pt x="1454" y="1153"/>
                    <a:pt x="1454" y="727"/>
                  </a:cubicBezTo>
                  <a:cubicBezTo>
                    <a:pt x="1454" y="326"/>
                    <a:pt x="1128" y="0"/>
                    <a:pt x="7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09;p36">
              <a:extLst>
                <a:ext uri="{FF2B5EF4-FFF2-40B4-BE49-F238E27FC236}">
                  <a16:creationId xmlns:a16="http://schemas.microsoft.com/office/drawing/2014/main" id="{15499012-3569-46C6-BED1-802D0F3697EE}"/>
                </a:ext>
              </a:extLst>
            </p:cNvPr>
            <p:cNvSpPr/>
            <p:nvPr/>
          </p:nvSpPr>
          <p:spPr>
            <a:xfrm>
              <a:off x="6621805" y="1464088"/>
              <a:ext cx="1510059" cy="2655462"/>
            </a:xfrm>
            <a:custGeom>
              <a:avLst/>
              <a:gdLst/>
              <a:ahLst/>
              <a:cxnLst/>
              <a:rect l="l" t="t" r="r" b="b"/>
              <a:pathLst>
                <a:path w="17645" h="31029" extrusionOk="0">
                  <a:moveTo>
                    <a:pt x="1755" y="1"/>
                  </a:moveTo>
                  <a:cubicBezTo>
                    <a:pt x="802" y="1"/>
                    <a:pt x="0" y="778"/>
                    <a:pt x="0" y="1755"/>
                  </a:cubicBezTo>
                  <a:lnTo>
                    <a:pt x="0" y="29274"/>
                  </a:lnTo>
                  <a:cubicBezTo>
                    <a:pt x="0" y="30252"/>
                    <a:pt x="802" y="31029"/>
                    <a:pt x="1755" y="31029"/>
                  </a:cubicBezTo>
                  <a:lnTo>
                    <a:pt x="15890" y="31029"/>
                  </a:lnTo>
                  <a:cubicBezTo>
                    <a:pt x="16868" y="31029"/>
                    <a:pt x="17644" y="30252"/>
                    <a:pt x="17644" y="29274"/>
                  </a:cubicBezTo>
                  <a:lnTo>
                    <a:pt x="17644" y="1755"/>
                  </a:lnTo>
                  <a:cubicBezTo>
                    <a:pt x="17644" y="778"/>
                    <a:pt x="16868" y="1"/>
                    <a:pt x="158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10;p36">
              <a:extLst>
                <a:ext uri="{FF2B5EF4-FFF2-40B4-BE49-F238E27FC236}">
                  <a16:creationId xmlns:a16="http://schemas.microsoft.com/office/drawing/2014/main" id="{E42FB384-6CC6-4FF2-8296-9D3797F24874}"/>
                </a:ext>
              </a:extLst>
            </p:cNvPr>
            <p:cNvSpPr/>
            <p:nvPr/>
          </p:nvSpPr>
          <p:spPr>
            <a:xfrm>
              <a:off x="6729037" y="1700033"/>
              <a:ext cx="1291317" cy="2061365"/>
            </a:xfrm>
            <a:custGeom>
              <a:avLst/>
              <a:gdLst/>
              <a:ahLst/>
              <a:cxnLst/>
              <a:rect l="l" t="t" r="r" b="b"/>
              <a:pathLst>
                <a:path w="15089" h="24087" extrusionOk="0">
                  <a:moveTo>
                    <a:pt x="0" y="1"/>
                  </a:moveTo>
                  <a:lnTo>
                    <a:pt x="0" y="24086"/>
                  </a:lnTo>
                  <a:lnTo>
                    <a:pt x="15088" y="24086"/>
                  </a:lnTo>
                  <a:lnTo>
                    <a:pt x="150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11;p36">
              <a:extLst>
                <a:ext uri="{FF2B5EF4-FFF2-40B4-BE49-F238E27FC236}">
                  <a16:creationId xmlns:a16="http://schemas.microsoft.com/office/drawing/2014/main" id="{EEB66EAD-E92E-436C-BE2A-F095AD2B28A3}"/>
                </a:ext>
              </a:extLst>
            </p:cNvPr>
            <p:cNvSpPr/>
            <p:nvPr/>
          </p:nvSpPr>
          <p:spPr>
            <a:xfrm>
              <a:off x="7275981" y="3829962"/>
              <a:ext cx="197433" cy="199487"/>
            </a:xfrm>
            <a:custGeom>
              <a:avLst/>
              <a:gdLst/>
              <a:ahLst/>
              <a:cxnLst/>
              <a:rect l="l" t="t" r="r" b="b"/>
              <a:pathLst>
                <a:path w="2307" h="2331" extrusionOk="0">
                  <a:moveTo>
                    <a:pt x="1153" y="0"/>
                  </a:moveTo>
                  <a:cubicBezTo>
                    <a:pt x="502" y="0"/>
                    <a:pt x="0" y="526"/>
                    <a:pt x="0" y="1153"/>
                  </a:cubicBezTo>
                  <a:cubicBezTo>
                    <a:pt x="0" y="1805"/>
                    <a:pt x="502" y="2331"/>
                    <a:pt x="1153" y="2331"/>
                  </a:cubicBezTo>
                  <a:cubicBezTo>
                    <a:pt x="1805" y="2331"/>
                    <a:pt x="2306" y="1805"/>
                    <a:pt x="2306" y="1153"/>
                  </a:cubicBezTo>
                  <a:cubicBezTo>
                    <a:pt x="2306" y="526"/>
                    <a:pt x="1805" y="0"/>
                    <a:pt x="1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12;p36">
              <a:extLst>
                <a:ext uri="{FF2B5EF4-FFF2-40B4-BE49-F238E27FC236}">
                  <a16:creationId xmlns:a16="http://schemas.microsoft.com/office/drawing/2014/main" id="{C512664C-1A28-4BF6-A67A-8C7608E0A022}"/>
                </a:ext>
              </a:extLst>
            </p:cNvPr>
            <p:cNvSpPr/>
            <p:nvPr/>
          </p:nvSpPr>
          <p:spPr>
            <a:xfrm>
              <a:off x="6924246" y="1541367"/>
              <a:ext cx="915877" cy="53659"/>
            </a:xfrm>
            <a:custGeom>
              <a:avLst/>
              <a:gdLst/>
              <a:ahLst/>
              <a:cxnLst/>
              <a:rect l="l" t="t" r="r" b="b"/>
              <a:pathLst>
                <a:path w="10702" h="627" extrusionOk="0">
                  <a:moveTo>
                    <a:pt x="301" y="0"/>
                  </a:moveTo>
                  <a:cubicBezTo>
                    <a:pt x="150" y="0"/>
                    <a:pt x="0" y="150"/>
                    <a:pt x="0" y="301"/>
                  </a:cubicBezTo>
                  <a:cubicBezTo>
                    <a:pt x="0" y="476"/>
                    <a:pt x="150" y="627"/>
                    <a:pt x="301" y="627"/>
                  </a:cubicBezTo>
                  <a:lnTo>
                    <a:pt x="10401" y="627"/>
                  </a:lnTo>
                  <a:cubicBezTo>
                    <a:pt x="10552" y="627"/>
                    <a:pt x="10702" y="476"/>
                    <a:pt x="10702" y="301"/>
                  </a:cubicBezTo>
                  <a:cubicBezTo>
                    <a:pt x="10702" y="150"/>
                    <a:pt x="10552" y="0"/>
                    <a:pt x="10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613;p36">
              <a:extLst>
                <a:ext uri="{FF2B5EF4-FFF2-40B4-BE49-F238E27FC236}">
                  <a16:creationId xmlns:a16="http://schemas.microsoft.com/office/drawing/2014/main" id="{082E958C-B5A9-4F24-9A02-630E7511F406}"/>
                </a:ext>
              </a:extLst>
            </p:cNvPr>
            <p:cNvSpPr/>
            <p:nvPr/>
          </p:nvSpPr>
          <p:spPr>
            <a:xfrm>
              <a:off x="8251853" y="2144025"/>
              <a:ext cx="148139" cy="145914"/>
            </a:xfrm>
            <a:custGeom>
              <a:avLst/>
              <a:gdLst/>
              <a:ahLst/>
              <a:cxnLst/>
              <a:rect l="l" t="t" r="r" b="b"/>
              <a:pathLst>
                <a:path w="1731" h="1705" extrusionOk="0">
                  <a:moveTo>
                    <a:pt x="302" y="1"/>
                  </a:moveTo>
                  <a:lnTo>
                    <a:pt x="1" y="301"/>
                  </a:lnTo>
                  <a:lnTo>
                    <a:pt x="1430" y="1705"/>
                  </a:lnTo>
                  <a:lnTo>
                    <a:pt x="1730" y="1404"/>
                  </a:lnTo>
                  <a:lnTo>
                    <a:pt x="3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614;p36">
              <a:extLst>
                <a:ext uri="{FF2B5EF4-FFF2-40B4-BE49-F238E27FC236}">
                  <a16:creationId xmlns:a16="http://schemas.microsoft.com/office/drawing/2014/main" id="{1F395728-3F00-4CB4-92C2-610CC43AAACE}"/>
                </a:ext>
              </a:extLst>
            </p:cNvPr>
            <p:cNvSpPr/>
            <p:nvPr/>
          </p:nvSpPr>
          <p:spPr>
            <a:xfrm>
              <a:off x="8254078" y="2144025"/>
              <a:ext cx="143774" cy="145914"/>
            </a:xfrm>
            <a:custGeom>
              <a:avLst/>
              <a:gdLst/>
              <a:ahLst/>
              <a:cxnLst/>
              <a:rect l="l" t="t" r="r" b="b"/>
              <a:pathLst>
                <a:path w="1680" h="1705" extrusionOk="0">
                  <a:moveTo>
                    <a:pt x="1404" y="1"/>
                  </a:moveTo>
                  <a:lnTo>
                    <a:pt x="0" y="1404"/>
                  </a:lnTo>
                  <a:lnTo>
                    <a:pt x="276" y="1705"/>
                  </a:lnTo>
                  <a:lnTo>
                    <a:pt x="1679" y="301"/>
                  </a:lnTo>
                  <a:lnTo>
                    <a:pt x="14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615;p36">
              <a:extLst>
                <a:ext uri="{FF2B5EF4-FFF2-40B4-BE49-F238E27FC236}">
                  <a16:creationId xmlns:a16="http://schemas.microsoft.com/office/drawing/2014/main" id="{50737031-2818-434D-AA0E-2DAA0D07E30C}"/>
                </a:ext>
              </a:extLst>
            </p:cNvPr>
            <p:cNvSpPr/>
            <p:nvPr/>
          </p:nvSpPr>
          <p:spPr>
            <a:xfrm>
              <a:off x="8284031" y="1899521"/>
              <a:ext cx="622167" cy="92341"/>
            </a:xfrm>
            <a:custGeom>
              <a:avLst/>
              <a:gdLst/>
              <a:ahLst/>
              <a:cxnLst/>
              <a:rect l="l" t="t" r="r" b="b"/>
              <a:pathLst>
                <a:path w="7270" h="1079" extrusionOk="0">
                  <a:moveTo>
                    <a:pt x="7094" y="1"/>
                  </a:moveTo>
                  <a:lnTo>
                    <a:pt x="6542" y="652"/>
                  </a:lnTo>
                  <a:cubicBezTo>
                    <a:pt x="6442" y="752"/>
                    <a:pt x="6317" y="803"/>
                    <a:pt x="6166" y="803"/>
                  </a:cubicBezTo>
                  <a:cubicBezTo>
                    <a:pt x="6041" y="803"/>
                    <a:pt x="5891" y="752"/>
                    <a:pt x="5815" y="627"/>
                  </a:cubicBezTo>
                  <a:lnTo>
                    <a:pt x="5565" y="326"/>
                  </a:lnTo>
                  <a:cubicBezTo>
                    <a:pt x="5440" y="176"/>
                    <a:pt x="5239" y="101"/>
                    <a:pt x="5064" y="76"/>
                  </a:cubicBezTo>
                  <a:cubicBezTo>
                    <a:pt x="4863" y="76"/>
                    <a:pt x="4688" y="151"/>
                    <a:pt x="4537" y="276"/>
                  </a:cubicBezTo>
                  <a:lnTo>
                    <a:pt x="4086" y="727"/>
                  </a:lnTo>
                  <a:cubicBezTo>
                    <a:pt x="3986" y="803"/>
                    <a:pt x="3861" y="853"/>
                    <a:pt x="3735" y="853"/>
                  </a:cubicBezTo>
                  <a:cubicBezTo>
                    <a:pt x="3585" y="853"/>
                    <a:pt x="3485" y="803"/>
                    <a:pt x="3384" y="702"/>
                  </a:cubicBezTo>
                  <a:lnTo>
                    <a:pt x="2983" y="276"/>
                  </a:lnTo>
                  <a:cubicBezTo>
                    <a:pt x="2858" y="126"/>
                    <a:pt x="2683" y="51"/>
                    <a:pt x="2482" y="51"/>
                  </a:cubicBezTo>
                  <a:cubicBezTo>
                    <a:pt x="2459" y="47"/>
                    <a:pt x="2437" y="46"/>
                    <a:pt x="2414" y="46"/>
                  </a:cubicBezTo>
                  <a:cubicBezTo>
                    <a:pt x="2262" y="46"/>
                    <a:pt x="2112" y="117"/>
                    <a:pt x="1981" y="226"/>
                  </a:cubicBezTo>
                  <a:lnTo>
                    <a:pt x="1455" y="727"/>
                  </a:lnTo>
                  <a:cubicBezTo>
                    <a:pt x="1370" y="812"/>
                    <a:pt x="1250" y="856"/>
                    <a:pt x="1129" y="856"/>
                  </a:cubicBezTo>
                  <a:cubicBezTo>
                    <a:pt x="999" y="856"/>
                    <a:pt x="868" y="806"/>
                    <a:pt x="778" y="702"/>
                  </a:cubicBezTo>
                  <a:lnTo>
                    <a:pt x="151" y="51"/>
                  </a:lnTo>
                  <a:lnTo>
                    <a:pt x="1" y="201"/>
                  </a:lnTo>
                  <a:lnTo>
                    <a:pt x="627" y="853"/>
                  </a:lnTo>
                  <a:cubicBezTo>
                    <a:pt x="756" y="994"/>
                    <a:pt x="937" y="1063"/>
                    <a:pt x="1120" y="1063"/>
                  </a:cubicBezTo>
                  <a:cubicBezTo>
                    <a:pt x="1294" y="1063"/>
                    <a:pt x="1470" y="1000"/>
                    <a:pt x="1605" y="878"/>
                  </a:cubicBezTo>
                  <a:lnTo>
                    <a:pt x="2131" y="376"/>
                  </a:lnTo>
                  <a:cubicBezTo>
                    <a:pt x="2231" y="301"/>
                    <a:pt x="2357" y="251"/>
                    <a:pt x="2482" y="251"/>
                  </a:cubicBezTo>
                  <a:cubicBezTo>
                    <a:pt x="2607" y="251"/>
                    <a:pt x="2733" y="326"/>
                    <a:pt x="2833" y="402"/>
                  </a:cubicBezTo>
                  <a:lnTo>
                    <a:pt x="3234" y="853"/>
                  </a:lnTo>
                  <a:cubicBezTo>
                    <a:pt x="3359" y="978"/>
                    <a:pt x="3535" y="1053"/>
                    <a:pt x="3710" y="1078"/>
                  </a:cubicBezTo>
                  <a:cubicBezTo>
                    <a:pt x="3911" y="1078"/>
                    <a:pt x="4086" y="1003"/>
                    <a:pt x="4211" y="878"/>
                  </a:cubicBezTo>
                  <a:lnTo>
                    <a:pt x="4688" y="427"/>
                  </a:lnTo>
                  <a:cubicBezTo>
                    <a:pt x="4788" y="326"/>
                    <a:pt x="4913" y="301"/>
                    <a:pt x="5039" y="301"/>
                  </a:cubicBezTo>
                  <a:cubicBezTo>
                    <a:pt x="5189" y="301"/>
                    <a:pt x="5314" y="376"/>
                    <a:pt x="5389" y="477"/>
                  </a:cubicBezTo>
                  <a:lnTo>
                    <a:pt x="5640" y="777"/>
                  </a:lnTo>
                  <a:cubicBezTo>
                    <a:pt x="5765" y="928"/>
                    <a:pt x="5966" y="1003"/>
                    <a:pt x="6166" y="1028"/>
                  </a:cubicBezTo>
                  <a:cubicBezTo>
                    <a:pt x="6367" y="1028"/>
                    <a:pt x="6567" y="928"/>
                    <a:pt x="6693" y="777"/>
                  </a:cubicBezTo>
                  <a:lnTo>
                    <a:pt x="7269" y="151"/>
                  </a:lnTo>
                  <a:lnTo>
                    <a:pt x="70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616;p36">
              <a:extLst>
                <a:ext uri="{FF2B5EF4-FFF2-40B4-BE49-F238E27FC236}">
                  <a16:creationId xmlns:a16="http://schemas.microsoft.com/office/drawing/2014/main" id="{8DDD83C7-5FD0-4107-B2A3-1E7EDC87A8EA}"/>
                </a:ext>
              </a:extLst>
            </p:cNvPr>
            <p:cNvSpPr/>
            <p:nvPr/>
          </p:nvSpPr>
          <p:spPr>
            <a:xfrm>
              <a:off x="6924246" y="1886684"/>
              <a:ext cx="368935" cy="238169"/>
            </a:xfrm>
            <a:custGeom>
              <a:avLst/>
              <a:gdLst/>
              <a:ahLst/>
              <a:cxnLst/>
              <a:rect l="l" t="t" r="r" b="b"/>
              <a:pathLst>
                <a:path w="4311" h="2783" extrusionOk="0">
                  <a:moveTo>
                    <a:pt x="0" y="0"/>
                  </a:moveTo>
                  <a:lnTo>
                    <a:pt x="0" y="2782"/>
                  </a:lnTo>
                  <a:lnTo>
                    <a:pt x="4311" y="2782"/>
                  </a:lnTo>
                  <a:lnTo>
                    <a:pt x="4311" y="2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617;p36">
              <a:extLst>
                <a:ext uri="{FF2B5EF4-FFF2-40B4-BE49-F238E27FC236}">
                  <a16:creationId xmlns:a16="http://schemas.microsoft.com/office/drawing/2014/main" id="{E0B2FBC6-F082-4C12-8B16-C8CC7668E892}"/>
                </a:ext>
              </a:extLst>
            </p:cNvPr>
            <p:cNvSpPr/>
            <p:nvPr/>
          </p:nvSpPr>
          <p:spPr>
            <a:xfrm>
              <a:off x="6924246" y="2182622"/>
              <a:ext cx="482671" cy="238169"/>
            </a:xfrm>
            <a:custGeom>
              <a:avLst/>
              <a:gdLst/>
              <a:ahLst/>
              <a:cxnLst/>
              <a:rect l="l" t="t" r="r" b="b"/>
              <a:pathLst>
                <a:path w="5640" h="2783" extrusionOk="0">
                  <a:moveTo>
                    <a:pt x="0" y="1"/>
                  </a:moveTo>
                  <a:lnTo>
                    <a:pt x="0" y="2758"/>
                  </a:lnTo>
                  <a:lnTo>
                    <a:pt x="5639" y="2783"/>
                  </a:lnTo>
                  <a:lnTo>
                    <a:pt x="56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618;p36">
              <a:extLst>
                <a:ext uri="{FF2B5EF4-FFF2-40B4-BE49-F238E27FC236}">
                  <a16:creationId xmlns:a16="http://schemas.microsoft.com/office/drawing/2014/main" id="{DFD57577-4C1A-4BB6-BF3A-26B275C76695}"/>
                </a:ext>
              </a:extLst>
            </p:cNvPr>
            <p:cNvSpPr/>
            <p:nvPr/>
          </p:nvSpPr>
          <p:spPr>
            <a:xfrm>
              <a:off x="6922107" y="2472226"/>
              <a:ext cx="1340611" cy="240309"/>
            </a:xfrm>
            <a:custGeom>
              <a:avLst/>
              <a:gdLst/>
              <a:ahLst/>
              <a:cxnLst/>
              <a:rect l="l" t="t" r="r" b="b"/>
              <a:pathLst>
                <a:path w="15665" h="2808" extrusionOk="0">
                  <a:moveTo>
                    <a:pt x="25" y="0"/>
                  </a:moveTo>
                  <a:lnTo>
                    <a:pt x="0" y="2757"/>
                  </a:lnTo>
                  <a:lnTo>
                    <a:pt x="15664" y="2807"/>
                  </a:lnTo>
                  <a:lnTo>
                    <a:pt x="15664" y="25"/>
                  </a:lnTo>
                  <a:lnTo>
                    <a:pt x="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619;p36">
              <a:extLst>
                <a:ext uri="{FF2B5EF4-FFF2-40B4-BE49-F238E27FC236}">
                  <a16:creationId xmlns:a16="http://schemas.microsoft.com/office/drawing/2014/main" id="{F4434663-1A11-46B4-9081-FFDF591288DC}"/>
                </a:ext>
              </a:extLst>
            </p:cNvPr>
            <p:cNvSpPr/>
            <p:nvPr/>
          </p:nvSpPr>
          <p:spPr>
            <a:xfrm>
              <a:off x="6922107" y="2774668"/>
              <a:ext cx="763630" cy="238169"/>
            </a:xfrm>
            <a:custGeom>
              <a:avLst/>
              <a:gdLst/>
              <a:ahLst/>
              <a:cxnLst/>
              <a:rect l="l" t="t" r="r" b="b"/>
              <a:pathLst>
                <a:path w="8923" h="2783" extrusionOk="0">
                  <a:moveTo>
                    <a:pt x="0" y="0"/>
                  </a:moveTo>
                  <a:lnTo>
                    <a:pt x="0" y="2757"/>
                  </a:lnTo>
                  <a:lnTo>
                    <a:pt x="8922" y="2782"/>
                  </a:lnTo>
                  <a:lnTo>
                    <a:pt x="8922" y="2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620;p36">
              <a:extLst>
                <a:ext uri="{FF2B5EF4-FFF2-40B4-BE49-F238E27FC236}">
                  <a16:creationId xmlns:a16="http://schemas.microsoft.com/office/drawing/2014/main" id="{4FB2C47F-32E3-4AF1-88DA-F5D511898403}"/>
                </a:ext>
              </a:extLst>
            </p:cNvPr>
            <p:cNvSpPr/>
            <p:nvPr/>
          </p:nvSpPr>
          <p:spPr>
            <a:xfrm>
              <a:off x="6922107" y="3070606"/>
              <a:ext cx="918017" cy="240309"/>
            </a:xfrm>
            <a:custGeom>
              <a:avLst/>
              <a:gdLst/>
              <a:ahLst/>
              <a:cxnLst/>
              <a:rect l="l" t="t" r="r" b="b"/>
              <a:pathLst>
                <a:path w="10727" h="2808" extrusionOk="0">
                  <a:moveTo>
                    <a:pt x="0" y="1"/>
                  </a:moveTo>
                  <a:lnTo>
                    <a:pt x="0" y="2783"/>
                  </a:lnTo>
                  <a:lnTo>
                    <a:pt x="10727" y="2808"/>
                  </a:lnTo>
                  <a:lnTo>
                    <a:pt x="10727" y="26"/>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621;p36">
              <a:extLst>
                <a:ext uri="{FF2B5EF4-FFF2-40B4-BE49-F238E27FC236}">
                  <a16:creationId xmlns:a16="http://schemas.microsoft.com/office/drawing/2014/main" id="{032B2A9F-2EC6-41CC-9705-A2F1F1384A87}"/>
                </a:ext>
              </a:extLst>
            </p:cNvPr>
            <p:cNvSpPr/>
            <p:nvPr/>
          </p:nvSpPr>
          <p:spPr>
            <a:xfrm>
              <a:off x="6922107" y="3383745"/>
              <a:ext cx="1662306" cy="240394"/>
            </a:xfrm>
            <a:custGeom>
              <a:avLst/>
              <a:gdLst/>
              <a:ahLst/>
              <a:cxnLst/>
              <a:rect l="l" t="t" r="r" b="b"/>
              <a:pathLst>
                <a:path w="19424" h="2809" extrusionOk="0">
                  <a:moveTo>
                    <a:pt x="0" y="1"/>
                  </a:moveTo>
                  <a:lnTo>
                    <a:pt x="0" y="2783"/>
                  </a:lnTo>
                  <a:lnTo>
                    <a:pt x="19424" y="2808"/>
                  </a:lnTo>
                  <a:lnTo>
                    <a:pt x="19424" y="5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622;p36">
              <a:extLst>
                <a:ext uri="{FF2B5EF4-FFF2-40B4-BE49-F238E27FC236}">
                  <a16:creationId xmlns:a16="http://schemas.microsoft.com/office/drawing/2014/main" id="{5BCE71DF-DE8E-4455-86FE-F967A4963C26}"/>
                </a:ext>
              </a:extLst>
            </p:cNvPr>
            <p:cNvSpPr/>
            <p:nvPr/>
          </p:nvSpPr>
          <p:spPr>
            <a:xfrm>
              <a:off x="6209993" y="1526305"/>
              <a:ext cx="32264" cy="90201"/>
            </a:xfrm>
            <a:custGeom>
              <a:avLst/>
              <a:gdLst/>
              <a:ahLst/>
              <a:cxnLst/>
              <a:rect l="l" t="t" r="r" b="b"/>
              <a:pathLst>
                <a:path w="377" h="1054" extrusionOk="0">
                  <a:moveTo>
                    <a:pt x="0" y="1"/>
                  </a:moveTo>
                  <a:lnTo>
                    <a:pt x="0" y="1053"/>
                  </a:lnTo>
                  <a:lnTo>
                    <a:pt x="376" y="1053"/>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623;p36">
              <a:extLst>
                <a:ext uri="{FF2B5EF4-FFF2-40B4-BE49-F238E27FC236}">
                  <a16:creationId xmlns:a16="http://schemas.microsoft.com/office/drawing/2014/main" id="{AD9FDEBF-E303-46B2-86F5-2E94337D6104}"/>
                </a:ext>
              </a:extLst>
            </p:cNvPr>
            <p:cNvSpPr/>
            <p:nvPr/>
          </p:nvSpPr>
          <p:spPr>
            <a:xfrm>
              <a:off x="6209993" y="1659297"/>
              <a:ext cx="32264" cy="90201"/>
            </a:xfrm>
            <a:custGeom>
              <a:avLst/>
              <a:gdLst/>
              <a:ahLst/>
              <a:cxnLst/>
              <a:rect l="l" t="t" r="r" b="b"/>
              <a:pathLst>
                <a:path w="377" h="1054" extrusionOk="0">
                  <a:moveTo>
                    <a:pt x="0" y="1"/>
                  </a:moveTo>
                  <a:lnTo>
                    <a:pt x="0" y="1053"/>
                  </a:lnTo>
                  <a:lnTo>
                    <a:pt x="376" y="1053"/>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624;p36">
              <a:extLst>
                <a:ext uri="{FF2B5EF4-FFF2-40B4-BE49-F238E27FC236}">
                  <a16:creationId xmlns:a16="http://schemas.microsoft.com/office/drawing/2014/main" id="{05879C00-A47A-4F14-8AD1-3F2F5D7F8600}"/>
                </a:ext>
              </a:extLst>
            </p:cNvPr>
            <p:cNvSpPr/>
            <p:nvPr/>
          </p:nvSpPr>
          <p:spPr>
            <a:xfrm>
              <a:off x="6209993" y="1792289"/>
              <a:ext cx="32264" cy="87976"/>
            </a:xfrm>
            <a:custGeom>
              <a:avLst/>
              <a:gdLst/>
              <a:ahLst/>
              <a:cxnLst/>
              <a:rect l="l" t="t" r="r" b="b"/>
              <a:pathLst>
                <a:path w="377" h="1028" extrusionOk="0">
                  <a:moveTo>
                    <a:pt x="0" y="0"/>
                  </a:moveTo>
                  <a:lnTo>
                    <a:pt x="0" y="1028"/>
                  </a:lnTo>
                  <a:lnTo>
                    <a:pt x="376" y="1028"/>
                  </a:lnTo>
                  <a:lnTo>
                    <a:pt x="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625;p36">
              <a:extLst>
                <a:ext uri="{FF2B5EF4-FFF2-40B4-BE49-F238E27FC236}">
                  <a16:creationId xmlns:a16="http://schemas.microsoft.com/office/drawing/2014/main" id="{39658191-60C7-475F-99C9-0713B2D7D906}"/>
                </a:ext>
              </a:extLst>
            </p:cNvPr>
            <p:cNvSpPr/>
            <p:nvPr/>
          </p:nvSpPr>
          <p:spPr>
            <a:xfrm>
              <a:off x="6209993" y="1925281"/>
              <a:ext cx="32264" cy="87976"/>
            </a:xfrm>
            <a:custGeom>
              <a:avLst/>
              <a:gdLst/>
              <a:ahLst/>
              <a:cxnLst/>
              <a:rect l="l" t="t" r="r" b="b"/>
              <a:pathLst>
                <a:path w="377" h="1028" extrusionOk="0">
                  <a:moveTo>
                    <a:pt x="0" y="0"/>
                  </a:moveTo>
                  <a:lnTo>
                    <a:pt x="0" y="1028"/>
                  </a:lnTo>
                  <a:lnTo>
                    <a:pt x="376" y="1028"/>
                  </a:lnTo>
                  <a:lnTo>
                    <a:pt x="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626;p36">
              <a:extLst>
                <a:ext uri="{FF2B5EF4-FFF2-40B4-BE49-F238E27FC236}">
                  <a16:creationId xmlns:a16="http://schemas.microsoft.com/office/drawing/2014/main" id="{A8E38CAE-0C5D-415E-A42F-5E1C449BB890}"/>
                </a:ext>
              </a:extLst>
            </p:cNvPr>
            <p:cNvSpPr/>
            <p:nvPr/>
          </p:nvSpPr>
          <p:spPr>
            <a:xfrm>
              <a:off x="6209993" y="2058273"/>
              <a:ext cx="32264" cy="87976"/>
            </a:xfrm>
            <a:custGeom>
              <a:avLst/>
              <a:gdLst/>
              <a:ahLst/>
              <a:cxnLst/>
              <a:rect l="l" t="t" r="r" b="b"/>
              <a:pathLst>
                <a:path w="377" h="1028" extrusionOk="0">
                  <a:moveTo>
                    <a:pt x="0" y="0"/>
                  </a:moveTo>
                  <a:lnTo>
                    <a:pt x="0" y="1028"/>
                  </a:lnTo>
                  <a:lnTo>
                    <a:pt x="376" y="1028"/>
                  </a:lnTo>
                  <a:lnTo>
                    <a:pt x="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627;p36">
              <a:extLst>
                <a:ext uri="{FF2B5EF4-FFF2-40B4-BE49-F238E27FC236}">
                  <a16:creationId xmlns:a16="http://schemas.microsoft.com/office/drawing/2014/main" id="{483D1D50-D216-4150-BA53-575A30749699}"/>
                </a:ext>
              </a:extLst>
            </p:cNvPr>
            <p:cNvSpPr/>
            <p:nvPr/>
          </p:nvSpPr>
          <p:spPr>
            <a:xfrm>
              <a:off x="6209993" y="2189126"/>
              <a:ext cx="32264" cy="90116"/>
            </a:xfrm>
            <a:custGeom>
              <a:avLst/>
              <a:gdLst/>
              <a:ahLst/>
              <a:cxnLst/>
              <a:rect l="l" t="t" r="r" b="b"/>
              <a:pathLst>
                <a:path w="377" h="1053" extrusionOk="0">
                  <a:moveTo>
                    <a:pt x="0" y="0"/>
                  </a:moveTo>
                  <a:lnTo>
                    <a:pt x="0" y="1053"/>
                  </a:lnTo>
                  <a:lnTo>
                    <a:pt x="376" y="1053"/>
                  </a:lnTo>
                  <a:lnTo>
                    <a:pt x="3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628;p36">
              <a:extLst>
                <a:ext uri="{FF2B5EF4-FFF2-40B4-BE49-F238E27FC236}">
                  <a16:creationId xmlns:a16="http://schemas.microsoft.com/office/drawing/2014/main" id="{2F7A982B-2352-4188-8300-A31CC0F1F1B1}"/>
                </a:ext>
              </a:extLst>
            </p:cNvPr>
            <p:cNvSpPr/>
            <p:nvPr/>
          </p:nvSpPr>
          <p:spPr>
            <a:xfrm>
              <a:off x="6209993" y="2322033"/>
              <a:ext cx="32264" cy="90201"/>
            </a:xfrm>
            <a:custGeom>
              <a:avLst/>
              <a:gdLst/>
              <a:ahLst/>
              <a:cxnLst/>
              <a:rect l="l" t="t" r="r" b="b"/>
              <a:pathLst>
                <a:path w="377" h="1054" extrusionOk="0">
                  <a:moveTo>
                    <a:pt x="0" y="1"/>
                  </a:moveTo>
                  <a:lnTo>
                    <a:pt x="0" y="1054"/>
                  </a:lnTo>
                  <a:lnTo>
                    <a:pt x="376" y="1054"/>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629;p36">
              <a:extLst>
                <a:ext uri="{FF2B5EF4-FFF2-40B4-BE49-F238E27FC236}">
                  <a16:creationId xmlns:a16="http://schemas.microsoft.com/office/drawing/2014/main" id="{953AD9AD-BA00-4DE3-9831-5B33DB3C2BAB}"/>
                </a:ext>
              </a:extLst>
            </p:cNvPr>
            <p:cNvSpPr/>
            <p:nvPr/>
          </p:nvSpPr>
          <p:spPr>
            <a:xfrm>
              <a:off x="5705925" y="3079249"/>
              <a:ext cx="570647" cy="32264"/>
            </a:xfrm>
            <a:custGeom>
              <a:avLst/>
              <a:gdLst/>
              <a:ahLst/>
              <a:cxnLst/>
              <a:rect l="l" t="t" r="r" b="b"/>
              <a:pathLst>
                <a:path w="6668" h="377" extrusionOk="0">
                  <a:moveTo>
                    <a:pt x="0" y="0"/>
                  </a:moveTo>
                  <a:lnTo>
                    <a:pt x="0" y="376"/>
                  </a:lnTo>
                  <a:lnTo>
                    <a:pt x="6667" y="376"/>
                  </a:lnTo>
                  <a:lnTo>
                    <a:pt x="6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630;p36">
              <a:extLst>
                <a:ext uri="{FF2B5EF4-FFF2-40B4-BE49-F238E27FC236}">
                  <a16:creationId xmlns:a16="http://schemas.microsoft.com/office/drawing/2014/main" id="{37E3CCDF-6E91-4EC9-A8AA-DB21A332C03C}"/>
                </a:ext>
              </a:extLst>
            </p:cNvPr>
            <p:cNvSpPr/>
            <p:nvPr/>
          </p:nvSpPr>
          <p:spPr>
            <a:xfrm>
              <a:off x="5928947" y="2974071"/>
              <a:ext cx="315448" cy="32264"/>
            </a:xfrm>
            <a:custGeom>
              <a:avLst/>
              <a:gdLst/>
              <a:ahLst/>
              <a:cxnLst/>
              <a:rect l="l" t="t" r="r" b="b"/>
              <a:pathLst>
                <a:path w="3686" h="377" extrusionOk="0">
                  <a:moveTo>
                    <a:pt x="1" y="1"/>
                  </a:moveTo>
                  <a:lnTo>
                    <a:pt x="1" y="377"/>
                  </a:lnTo>
                  <a:lnTo>
                    <a:pt x="3685" y="377"/>
                  </a:lnTo>
                  <a:lnTo>
                    <a:pt x="36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631;p36">
              <a:extLst>
                <a:ext uri="{FF2B5EF4-FFF2-40B4-BE49-F238E27FC236}">
                  <a16:creationId xmlns:a16="http://schemas.microsoft.com/office/drawing/2014/main" id="{849F432F-F5C7-4169-9607-D9AB23DFD641}"/>
                </a:ext>
              </a:extLst>
            </p:cNvPr>
            <p:cNvSpPr/>
            <p:nvPr/>
          </p:nvSpPr>
          <p:spPr>
            <a:xfrm>
              <a:off x="6360101" y="3181090"/>
              <a:ext cx="377579" cy="1000516"/>
            </a:xfrm>
            <a:custGeom>
              <a:avLst/>
              <a:gdLst/>
              <a:ahLst/>
              <a:cxnLst/>
              <a:rect l="l" t="t" r="r" b="b"/>
              <a:pathLst>
                <a:path w="4412" h="11691" extrusionOk="0">
                  <a:moveTo>
                    <a:pt x="1777" y="1"/>
                  </a:moveTo>
                  <a:cubicBezTo>
                    <a:pt x="1539" y="1"/>
                    <a:pt x="1255" y="106"/>
                    <a:pt x="903" y="414"/>
                  </a:cubicBezTo>
                  <a:cubicBezTo>
                    <a:pt x="903" y="414"/>
                    <a:pt x="1" y="2219"/>
                    <a:pt x="502" y="5477"/>
                  </a:cubicBezTo>
                  <a:cubicBezTo>
                    <a:pt x="1028" y="8735"/>
                    <a:pt x="2707" y="9687"/>
                    <a:pt x="1855" y="11091"/>
                  </a:cubicBezTo>
                  <a:cubicBezTo>
                    <a:pt x="1780" y="11241"/>
                    <a:pt x="1379" y="11467"/>
                    <a:pt x="1404" y="11617"/>
                  </a:cubicBezTo>
                  <a:cubicBezTo>
                    <a:pt x="1411" y="11664"/>
                    <a:pt x="1496" y="11691"/>
                    <a:pt x="1621" y="11691"/>
                  </a:cubicBezTo>
                  <a:cubicBezTo>
                    <a:pt x="1970" y="11691"/>
                    <a:pt x="2628" y="11480"/>
                    <a:pt x="2757" y="10890"/>
                  </a:cubicBezTo>
                  <a:cubicBezTo>
                    <a:pt x="2757" y="10890"/>
                    <a:pt x="3158" y="9186"/>
                    <a:pt x="2657" y="6905"/>
                  </a:cubicBezTo>
                  <a:cubicBezTo>
                    <a:pt x="2056" y="4123"/>
                    <a:pt x="4412" y="1818"/>
                    <a:pt x="2507" y="314"/>
                  </a:cubicBezTo>
                  <a:cubicBezTo>
                    <a:pt x="2310" y="173"/>
                    <a:pt x="2081" y="1"/>
                    <a:pt x="1777" y="1"/>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632;p36">
              <a:extLst>
                <a:ext uri="{FF2B5EF4-FFF2-40B4-BE49-F238E27FC236}">
                  <a16:creationId xmlns:a16="http://schemas.microsoft.com/office/drawing/2014/main" id="{1E43F660-25F8-4BB3-B174-9B8104E84606}"/>
                </a:ext>
              </a:extLst>
            </p:cNvPr>
            <p:cNvSpPr/>
            <p:nvPr/>
          </p:nvSpPr>
          <p:spPr>
            <a:xfrm>
              <a:off x="6508069" y="3132395"/>
              <a:ext cx="538298" cy="639026"/>
            </a:xfrm>
            <a:custGeom>
              <a:avLst/>
              <a:gdLst/>
              <a:ahLst/>
              <a:cxnLst/>
              <a:rect l="l" t="t" r="r" b="b"/>
              <a:pathLst>
                <a:path w="6290" h="7467" extrusionOk="0">
                  <a:moveTo>
                    <a:pt x="2249" y="0"/>
                  </a:moveTo>
                  <a:cubicBezTo>
                    <a:pt x="2218" y="0"/>
                    <a:pt x="2187" y="2"/>
                    <a:pt x="2156" y="6"/>
                  </a:cubicBezTo>
                  <a:cubicBezTo>
                    <a:pt x="1404" y="81"/>
                    <a:pt x="1" y="858"/>
                    <a:pt x="1204" y="2838"/>
                  </a:cubicBezTo>
                  <a:cubicBezTo>
                    <a:pt x="1630" y="3565"/>
                    <a:pt x="3034" y="3840"/>
                    <a:pt x="3785" y="4768"/>
                  </a:cubicBezTo>
                  <a:cubicBezTo>
                    <a:pt x="4312" y="5394"/>
                    <a:pt x="903" y="4918"/>
                    <a:pt x="1028" y="6722"/>
                  </a:cubicBezTo>
                  <a:cubicBezTo>
                    <a:pt x="1028" y="6722"/>
                    <a:pt x="1050" y="7467"/>
                    <a:pt x="1190" y="7467"/>
                  </a:cubicBezTo>
                  <a:cubicBezTo>
                    <a:pt x="1202" y="7467"/>
                    <a:pt x="1215" y="7461"/>
                    <a:pt x="1229" y="7449"/>
                  </a:cubicBezTo>
                  <a:cubicBezTo>
                    <a:pt x="1429" y="7299"/>
                    <a:pt x="1480" y="6522"/>
                    <a:pt x="1780" y="6497"/>
                  </a:cubicBezTo>
                  <a:cubicBezTo>
                    <a:pt x="1794" y="6496"/>
                    <a:pt x="1813" y="6495"/>
                    <a:pt x="1837" y="6495"/>
                  </a:cubicBezTo>
                  <a:cubicBezTo>
                    <a:pt x="1995" y="6495"/>
                    <a:pt x="2377" y="6514"/>
                    <a:pt x="2853" y="6514"/>
                  </a:cubicBezTo>
                  <a:cubicBezTo>
                    <a:pt x="4129" y="6514"/>
                    <a:pt x="6079" y="6383"/>
                    <a:pt x="6166" y="5419"/>
                  </a:cubicBezTo>
                  <a:cubicBezTo>
                    <a:pt x="6289" y="4093"/>
                    <a:pt x="3765" y="0"/>
                    <a:pt x="2249" y="0"/>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633;p36">
              <a:extLst>
                <a:ext uri="{FF2B5EF4-FFF2-40B4-BE49-F238E27FC236}">
                  <a16:creationId xmlns:a16="http://schemas.microsoft.com/office/drawing/2014/main" id="{8C3F5635-5A9B-41FC-916F-8BE9A0124AA3}"/>
                </a:ext>
              </a:extLst>
            </p:cNvPr>
            <p:cNvSpPr/>
            <p:nvPr/>
          </p:nvSpPr>
          <p:spPr>
            <a:xfrm>
              <a:off x="6383721" y="3112198"/>
              <a:ext cx="686437" cy="943348"/>
            </a:xfrm>
            <a:custGeom>
              <a:avLst/>
              <a:gdLst/>
              <a:ahLst/>
              <a:cxnLst/>
              <a:rect l="l" t="t" r="r" b="b"/>
              <a:pathLst>
                <a:path w="8021" h="11023" extrusionOk="0">
                  <a:moveTo>
                    <a:pt x="3565" y="0"/>
                  </a:moveTo>
                  <a:cubicBezTo>
                    <a:pt x="3065" y="0"/>
                    <a:pt x="2518" y="265"/>
                    <a:pt x="2281" y="943"/>
                  </a:cubicBezTo>
                  <a:cubicBezTo>
                    <a:pt x="1983" y="663"/>
                    <a:pt x="1657" y="451"/>
                    <a:pt x="1347" y="451"/>
                  </a:cubicBezTo>
                  <a:cubicBezTo>
                    <a:pt x="745" y="451"/>
                    <a:pt x="208" y="1252"/>
                    <a:pt x="75" y="3901"/>
                  </a:cubicBezTo>
                  <a:cubicBezTo>
                    <a:pt x="0" y="5329"/>
                    <a:pt x="226" y="6658"/>
                    <a:pt x="301" y="7234"/>
                  </a:cubicBezTo>
                  <a:cubicBezTo>
                    <a:pt x="376" y="7836"/>
                    <a:pt x="1679" y="10943"/>
                    <a:pt x="1679" y="10943"/>
                  </a:cubicBezTo>
                  <a:cubicBezTo>
                    <a:pt x="1810" y="11000"/>
                    <a:pt x="1934" y="11022"/>
                    <a:pt x="2046" y="11022"/>
                  </a:cubicBezTo>
                  <a:cubicBezTo>
                    <a:pt x="2428" y="11022"/>
                    <a:pt x="2682" y="10768"/>
                    <a:pt x="2682" y="10768"/>
                  </a:cubicBezTo>
                  <a:cubicBezTo>
                    <a:pt x="2882" y="9866"/>
                    <a:pt x="2532" y="7610"/>
                    <a:pt x="2406" y="6658"/>
                  </a:cubicBezTo>
                  <a:cubicBezTo>
                    <a:pt x="2331" y="6081"/>
                    <a:pt x="2707" y="4578"/>
                    <a:pt x="2983" y="3500"/>
                  </a:cubicBezTo>
                  <a:cubicBezTo>
                    <a:pt x="3233" y="3675"/>
                    <a:pt x="3509" y="3851"/>
                    <a:pt x="3835" y="4026"/>
                  </a:cubicBezTo>
                  <a:cubicBezTo>
                    <a:pt x="3835" y="4026"/>
                    <a:pt x="5489" y="4828"/>
                    <a:pt x="5138" y="5154"/>
                  </a:cubicBezTo>
                  <a:cubicBezTo>
                    <a:pt x="4888" y="5380"/>
                    <a:pt x="3735" y="5405"/>
                    <a:pt x="3133" y="5680"/>
                  </a:cubicBezTo>
                  <a:cubicBezTo>
                    <a:pt x="3133" y="5680"/>
                    <a:pt x="3008" y="6332"/>
                    <a:pt x="3409" y="6808"/>
                  </a:cubicBezTo>
                  <a:cubicBezTo>
                    <a:pt x="3409" y="6808"/>
                    <a:pt x="3921" y="6872"/>
                    <a:pt x="4593" y="6872"/>
                  </a:cubicBezTo>
                  <a:cubicBezTo>
                    <a:pt x="5759" y="6872"/>
                    <a:pt x="7408" y="6680"/>
                    <a:pt x="7695" y="5630"/>
                  </a:cubicBezTo>
                  <a:cubicBezTo>
                    <a:pt x="8020" y="4402"/>
                    <a:pt x="5940" y="1244"/>
                    <a:pt x="4211" y="166"/>
                  </a:cubicBezTo>
                  <a:cubicBezTo>
                    <a:pt x="4032" y="61"/>
                    <a:pt x="3804" y="0"/>
                    <a:pt x="35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634;p36">
              <a:extLst>
                <a:ext uri="{FF2B5EF4-FFF2-40B4-BE49-F238E27FC236}">
                  <a16:creationId xmlns:a16="http://schemas.microsoft.com/office/drawing/2014/main" id="{BF3C671D-8904-47E4-B1C8-3B179620054A}"/>
                </a:ext>
              </a:extLst>
            </p:cNvPr>
            <p:cNvSpPr/>
            <p:nvPr/>
          </p:nvSpPr>
          <p:spPr>
            <a:xfrm>
              <a:off x="6426597" y="3112198"/>
              <a:ext cx="450493" cy="162345"/>
            </a:xfrm>
            <a:custGeom>
              <a:avLst/>
              <a:gdLst/>
              <a:ahLst/>
              <a:cxnLst/>
              <a:rect l="l" t="t" r="r" b="b"/>
              <a:pathLst>
                <a:path w="5264" h="1897" extrusionOk="0">
                  <a:moveTo>
                    <a:pt x="3064" y="0"/>
                  </a:moveTo>
                  <a:cubicBezTo>
                    <a:pt x="2564" y="0"/>
                    <a:pt x="2017" y="265"/>
                    <a:pt x="1780" y="943"/>
                  </a:cubicBezTo>
                  <a:cubicBezTo>
                    <a:pt x="1504" y="692"/>
                    <a:pt x="1194" y="526"/>
                    <a:pt x="893" y="526"/>
                  </a:cubicBezTo>
                  <a:cubicBezTo>
                    <a:pt x="565" y="526"/>
                    <a:pt x="249" y="723"/>
                    <a:pt x="1" y="1219"/>
                  </a:cubicBezTo>
                  <a:cubicBezTo>
                    <a:pt x="192" y="1662"/>
                    <a:pt x="1384" y="1896"/>
                    <a:pt x="2684" y="1896"/>
                  </a:cubicBezTo>
                  <a:cubicBezTo>
                    <a:pt x="3592" y="1896"/>
                    <a:pt x="4553" y="1782"/>
                    <a:pt x="5264" y="1545"/>
                  </a:cubicBezTo>
                  <a:cubicBezTo>
                    <a:pt x="5113" y="1395"/>
                    <a:pt x="4988" y="1244"/>
                    <a:pt x="4863" y="1119"/>
                  </a:cubicBezTo>
                  <a:cubicBezTo>
                    <a:pt x="4487" y="743"/>
                    <a:pt x="4086" y="392"/>
                    <a:pt x="3710" y="166"/>
                  </a:cubicBezTo>
                  <a:cubicBezTo>
                    <a:pt x="3531" y="61"/>
                    <a:pt x="3303" y="0"/>
                    <a:pt x="30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635;p36">
              <a:extLst>
                <a:ext uri="{FF2B5EF4-FFF2-40B4-BE49-F238E27FC236}">
                  <a16:creationId xmlns:a16="http://schemas.microsoft.com/office/drawing/2014/main" id="{31B3C3F4-02CD-4D27-B84A-957DC4FE48B6}"/>
                </a:ext>
              </a:extLst>
            </p:cNvPr>
            <p:cNvSpPr/>
            <p:nvPr/>
          </p:nvSpPr>
          <p:spPr>
            <a:xfrm>
              <a:off x="6409481" y="3280792"/>
              <a:ext cx="85837" cy="66581"/>
            </a:xfrm>
            <a:custGeom>
              <a:avLst/>
              <a:gdLst/>
              <a:ahLst/>
              <a:cxnLst/>
              <a:rect l="l" t="t" r="r" b="b"/>
              <a:pathLst>
                <a:path w="1003" h="778" extrusionOk="0">
                  <a:moveTo>
                    <a:pt x="952" y="1"/>
                  </a:moveTo>
                  <a:lnTo>
                    <a:pt x="927" y="26"/>
                  </a:lnTo>
                  <a:cubicBezTo>
                    <a:pt x="802" y="602"/>
                    <a:pt x="426" y="703"/>
                    <a:pt x="25" y="703"/>
                  </a:cubicBezTo>
                  <a:lnTo>
                    <a:pt x="0" y="753"/>
                  </a:lnTo>
                  <a:lnTo>
                    <a:pt x="25" y="778"/>
                  </a:lnTo>
                  <a:cubicBezTo>
                    <a:pt x="426" y="778"/>
                    <a:pt x="852" y="678"/>
                    <a:pt x="1003" y="51"/>
                  </a:cubicBezTo>
                  <a:lnTo>
                    <a:pt x="9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636;p36">
              <a:extLst>
                <a:ext uri="{FF2B5EF4-FFF2-40B4-BE49-F238E27FC236}">
                  <a16:creationId xmlns:a16="http://schemas.microsoft.com/office/drawing/2014/main" id="{0416BE3D-EFC5-44DD-A3AF-C08F7CB8A89F}"/>
                </a:ext>
              </a:extLst>
            </p:cNvPr>
            <p:cNvSpPr/>
            <p:nvPr/>
          </p:nvSpPr>
          <p:spPr>
            <a:xfrm>
              <a:off x="6838409" y="3272234"/>
              <a:ext cx="81558" cy="68721"/>
            </a:xfrm>
            <a:custGeom>
              <a:avLst/>
              <a:gdLst/>
              <a:ahLst/>
              <a:cxnLst/>
              <a:rect l="l" t="t" r="r" b="b"/>
              <a:pathLst>
                <a:path w="953" h="803" extrusionOk="0">
                  <a:moveTo>
                    <a:pt x="26" y="1"/>
                  </a:moveTo>
                  <a:lnTo>
                    <a:pt x="1" y="51"/>
                  </a:lnTo>
                  <a:cubicBezTo>
                    <a:pt x="101" y="527"/>
                    <a:pt x="377" y="753"/>
                    <a:pt x="903" y="803"/>
                  </a:cubicBezTo>
                  <a:lnTo>
                    <a:pt x="953" y="778"/>
                  </a:lnTo>
                  <a:lnTo>
                    <a:pt x="928" y="728"/>
                  </a:lnTo>
                  <a:cubicBezTo>
                    <a:pt x="427" y="702"/>
                    <a:pt x="151" y="477"/>
                    <a:pt x="76" y="26"/>
                  </a:cubicBezTo>
                  <a:lnTo>
                    <a:pt x="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637;p36">
              <a:extLst>
                <a:ext uri="{FF2B5EF4-FFF2-40B4-BE49-F238E27FC236}">
                  <a16:creationId xmlns:a16="http://schemas.microsoft.com/office/drawing/2014/main" id="{C26B4F2B-AC79-481F-B255-FCEF0FCFFA68}"/>
                </a:ext>
              </a:extLst>
            </p:cNvPr>
            <p:cNvSpPr/>
            <p:nvPr/>
          </p:nvSpPr>
          <p:spPr>
            <a:xfrm>
              <a:off x="6263566" y="2466749"/>
              <a:ext cx="532051" cy="582372"/>
            </a:xfrm>
            <a:custGeom>
              <a:avLst/>
              <a:gdLst/>
              <a:ahLst/>
              <a:cxnLst/>
              <a:rect l="l" t="t" r="r" b="b"/>
              <a:pathLst>
                <a:path w="6217" h="6805" extrusionOk="0">
                  <a:moveTo>
                    <a:pt x="4103" y="1"/>
                  </a:moveTo>
                  <a:cubicBezTo>
                    <a:pt x="3644" y="1"/>
                    <a:pt x="3129" y="232"/>
                    <a:pt x="2708" y="967"/>
                  </a:cubicBezTo>
                  <a:cubicBezTo>
                    <a:pt x="2507" y="1292"/>
                    <a:pt x="2307" y="1894"/>
                    <a:pt x="1605" y="2044"/>
                  </a:cubicBezTo>
                  <a:cubicBezTo>
                    <a:pt x="1104" y="2170"/>
                    <a:pt x="1" y="2896"/>
                    <a:pt x="878" y="4225"/>
                  </a:cubicBezTo>
                  <a:cubicBezTo>
                    <a:pt x="1730" y="5578"/>
                    <a:pt x="126" y="5728"/>
                    <a:pt x="1078" y="6230"/>
                  </a:cubicBezTo>
                  <a:cubicBezTo>
                    <a:pt x="1802" y="6635"/>
                    <a:pt x="2388" y="6804"/>
                    <a:pt x="2872" y="6804"/>
                  </a:cubicBezTo>
                  <a:cubicBezTo>
                    <a:pt x="4064" y="6804"/>
                    <a:pt x="4639" y="5778"/>
                    <a:pt x="5139" y="4726"/>
                  </a:cubicBezTo>
                  <a:cubicBezTo>
                    <a:pt x="6216" y="2420"/>
                    <a:pt x="5916" y="1267"/>
                    <a:pt x="5214" y="465"/>
                  </a:cubicBezTo>
                  <a:cubicBezTo>
                    <a:pt x="5032" y="270"/>
                    <a:pt x="4599" y="1"/>
                    <a:pt x="4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638;p36">
              <a:extLst>
                <a:ext uri="{FF2B5EF4-FFF2-40B4-BE49-F238E27FC236}">
                  <a16:creationId xmlns:a16="http://schemas.microsoft.com/office/drawing/2014/main" id="{9ACCE7EE-B1AF-4A1E-823D-93BED15DA216}"/>
                </a:ext>
              </a:extLst>
            </p:cNvPr>
            <p:cNvSpPr/>
            <p:nvPr/>
          </p:nvSpPr>
          <p:spPr>
            <a:xfrm>
              <a:off x="6398697" y="2719554"/>
              <a:ext cx="443133" cy="532736"/>
            </a:xfrm>
            <a:custGeom>
              <a:avLst/>
              <a:gdLst/>
              <a:ahLst/>
              <a:cxnLst/>
              <a:rect l="l" t="t" r="r" b="b"/>
              <a:pathLst>
                <a:path w="5178" h="6225" extrusionOk="0">
                  <a:moveTo>
                    <a:pt x="3210" y="1"/>
                  </a:moveTo>
                  <a:cubicBezTo>
                    <a:pt x="2905" y="1"/>
                    <a:pt x="2602" y="45"/>
                    <a:pt x="2357" y="68"/>
                  </a:cubicBezTo>
                  <a:cubicBezTo>
                    <a:pt x="1429" y="168"/>
                    <a:pt x="1" y="820"/>
                    <a:pt x="652" y="2424"/>
                  </a:cubicBezTo>
                  <a:cubicBezTo>
                    <a:pt x="1229" y="3852"/>
                    <a:pt x="126" y="4554"/>
                    <a:pt x="201" y="5556"/>
                  </a:cubicBezTo>
                  <a:cubicBezTo>
                    <a:pt x="243" y="6018"/>
                    <a:pt x="1146" y="6225"/>
                    <a:pt x="2157" y="6225"/>
                  </a:cubicBezTo>
                  <a:cubicBezTo>
                    <a:pt x="3562" y="6225"/>
                    <a:pt x="5178" y="5826"/>
                    <a:pt x="4988" y="5155"/>
                  </a:cubicBezTo>
                  <a:cubicBezTo>
                    <a:pt x="4662" y="4053"/>
                    <a:pt x="4687" y="2449"/>
                    <a:pt x="4637" y="1446"/>
                  </a:cubicBezTo>
                  <a:cubicBezTo>
                    <a:pt x="4603" y="228"/>
                    <a:pt x="3903" y="1"/>
                    <a:pt x="32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639;p36">
              <a:extLst>
                <a:ext uri="{FF2B5EF4-FFF2-40B4-BE49-F238E27FC236}">
                  <a16:creationId xmlns:a16="http://schemas.microsoft.com/office/drawing/2014/main" id="{7E4B3A8B-872C-41ED-99C7-DB748B3B4BF5}"/>
                </a:ext>
              </a:extLst>
            </p:cNvPr>
            <p:cNvSpPr/>
            <p:nvPr/>
          </p:nvSpPr>
          <p:spPr>
            <a:xfrm>
              <a:off x="6756937" y="2540862"/>
              <a:ext cx="265983" cy="378349"/>
            </a:xfrm>
            <a:custGeom>
              <a:avLst/>
              <a:gdLst/>
              <a:ahLst/>
              <a:cxnLst/>
              <a:rect l="l" t="t" r="r" b="b"/>
              <a:pathLst>
                <a:path w="3108" h="4421" extrusionOk="0">
                  <a:moveTo>
                    <a:pt x="2704" y="0"/>
                  </a:moveTo>
                  <a:cubicBezTo>
                    <a:pt x="2679" y="0"/>
                    <a:pt x="2662" y="15"/>
                    <a:pt x="2657" y="25"/>
                  </a:cubicBezTo>
                  <a:cubicBezTo>
                    <a:pt x="2582" y="126"/>
                    <a:pt x="2331" y="451"/>
                    <a:pt x="2532" y="978"/>
                  </a:cubicBezTo>
                  <a:cubicBezTo>
                    <a:pt x="2732" y="1504"/>
                    <a:pt x="2256" y="3033"/>
                    <a:pt x="1855" y="3108"/>
                  </a:cubicBezTo>
                  <a:cubicBezTo>
                    <a:pt x="1782" y="3124"/>
                    <a:pt x="1712" y="3131"/>
                    <a:pt x="1645" y="3131"/>
                  </a:cubicBezTo>
                  <a:cubicBezTo>
                    <a:pt x="1082" y="3131"/>
                    <a:pt x="702" y="2632"/>
                    <a:pt x="702" y="2632"/>
                  </a:cubicBezTo>
                  <a:lnTo>
                    <a:pt x="0" y="3885"/>
                  </a:lnTo>
                  <a:cubicBezTo>
                    <a:pt x="0" y="3885"/>
                    <a:pt x="1007" y="4421"/>
                    <a:pt x="1792" y="4421"/>
                  </a:cubicBezTo>
                  <a:cubicBezTo>
                    <a:pt x="1982" y="4421"/>
                    <a:pt x="2159" y="4389"/>
                    <a:pt x="2306" y="4311"/>
                  </a:cubicBezTo>
                  <a:cubicBezTo>
                    <a:pt x="2506" y="4236"/>
                    <a:pt x="3108" y="3960"/>
                    <a:pt x="3058" y="1980"/>
                  </a:cubicBezTo>
                  <a:cubicBezTo>
                    <a:pt x="3018" y="239"/>
                    <a:pt x="2802" y="0"/>
                    <a:pt x="2704" y="0"/>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640;p36">
              <a:extLst>
                <a:ext uri="{FF2B5EF4-FFF2-40B4-BE49-F238E27FC236}">
                  <a16:creationId xmlns:a16="http://schemas.microsoft.com/office/drawing/2014/main" id="{AC61F4CA-9B3A-4C53-BD81-27447BB2D813}"/>
                </a:ext>
              </a:extLst>
            </p:cNvPr>
            <p:cNvSpPr/>
            <p:nvPr/>
          </p:nvSpPr>
          <p:spPr>
            <a:xfrm>
              <a:off x="6578844" y="2735472"/>
              <a:ext cx="291828" cy="174412"/>
            </a:xfrm>
            <a:custGeom>
              <a:avLst/>
              <a:gdLst/>
              <a:ahLst/>
              <a:cxnLst/>
              <a:rect l="l" t="t" r="r" b="b"/>
              <a:pathLst>
                <a:path w="3410" h="2038" extrusionOk="0">
                  <a:moveTo>
                    <a:pt x="1751" y="1"/>
                  </a:moveTo>
                  <a:cubicBezTo>
                    <a:pt x="1433" y="1"/>
                    <a:pt x="1145" y="98"/>
                    <a:pt x="978" y="383"/>
                  </a:cubicBezTo>
                  <a:cubicBezTo>
                    <a:pt x="828" y="634"/>
                    <a:pt x="1" y="258"/>
                    <a:pt x="577" y="909"/>
                  </a:cubicBezTo>
                  <a:cubicBezTo>
                    <a:pt x="1029" y="1411"/>
                    <a:pt x="2557" y="2037"/>
                    <a:pt x="2557" y="2037"/>
                  </a:cubicBezTo>
                  <a:cubicBezTo>
                    <a:pt x="2557" y="2037"/>
                    <a:pt x="3410" y="1360"/>
                    <a:pt x="3259" y="458"/>
                  </a:cubicBezTo>
                  <a:cubicBezTo>
                    <a:pt x="3259" y="458"/>
                    <a:pt x="2438" y="1"/>
                    <a:pt x="1751"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641;p36">
              <a:extLst>
                <a:ext uri="{FF2B5EF4-FFF2-40B4-BE49-F238E27FC236}">
                  <a16:creationId xmlns:a16="http://schemas.microsoft.com/office/drawing/2014/main" id="{5FE5E71A-9B95-4D6B-B8CB-73178E1582B4}"/>
                </a:ext>
              </a:extLst>
            </p:cNvPr>
            <p:cNvSpPr/>
            <p:nvPr/>
          </p:nvSpPr>
          <p:spPr>
            <a:xfrm>
              <a:off x="6580042" y="2626614"/>
              <a:ext cx="110912" cy="149679"/>
            </a:xfrm>
            <a:custGeom>
              <a:avLst/>
              <a:gdLst/>
              <a:ahLst/>
              <a:cxnLst/>
              <a:rect l="l" t="t" r="r" b="b"/>
              <a:pathLst>
                <a:path w="1296" h="1749" extrusionOk="0">
                  <a:moveTo>
                    <a:pt x="238" y="1"/>
                  </a:moveTo>
                  <a:cubicBezTo>
                    <a:pt x="238" y="1"/>
                    <a:pt x="388" y="853"/>
                    <a:pt x="137" y="1204"/>
                  </a:cubicBezTo>
                  <a:cubicBezTo>
                    <a:pt x="0" y="1400"/>
                    <a:pt x="796" y="1748"/>
                    <a:pt x="1139" y="1748"/>
                  </a:cubicBezTo>
                  <a:cubicBezTo>
                    <a:pt x="1235" y="1748"/>
                    <a:pt x="1296" y="1721"/>
                    <a:pt x="1290" y="1655"/>
                  </a:cubicBezTo>
                  <a:cubicBezTo>
                    <a:pt x="1240" y="1254"/>
                    <a:pt x="1015" y="1003"/>
                    <a:pt x="1290" y="552"/>
                  </a:cubicBezTo>
                  <a:lnTo>
                    <a:pt x="238" y="1"/>
                  </a:lnTo>
                  <a:close/>
                </a:path>
              </a:pathLst>
            </a:custGeom>
            <a:solidFill>
              <a:srgbClr val="633C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642;p36">
              <a:extLst>
                <a:ext uri="{FF2B5EF4-FFF2-40B4-BE49-F238E27FC236}">
                  <a16:creationId xmlns:a16="http://schemas.microsoft.com/office/drawing/2014/main" id="{313F72F1-1531-4A44-86CD-ADDEA423906C}"/>
                </a:ext>
              </a:extLst>
            </p:cNvPr>
            <p:cNvSpPr/>
            <p:nvPr/>
          </p:nvSpPr>
          <p:spPr>
            <a:xfrm>
              <a:off x="6566007" y="2501067"/>
              <a:ext cx="186736" cy="228926"/>
            </a:xfrm>
            <a:custGeom>
              <a:avLst/>
              <a:gdLst/>
              <a:ahLst/>
              <a:cxnLst/>
              <a:rect l="l" t="t" r="r" b="b"/>
              <a:pathLst>
                <a:path w="2182" h="2675" extrusionOk="0">
                  <a:moveTo>
                    <a:pt x="1095" y="0"/>
                  </a:moveTo>
                  <a:cubicBezTo>
                    <a:pt x="879" y="0"/>
                    <a:pt x="671" y="108"/>
                    <a:pt x="577" y="215"/>
                  </a:cubicBezTo>
                  <a:cubicBezTo>
                    <a:pt x="176" y="591"/>
                    <a:pt x="1" y="1167"/>
                    <a:pt x="76" y="1468"/>
                  </a:cubicBezTo>
                  <a:cubicBezTo>
                    <a:pt x="267" y="2163"/>
                    <a:pt x="871" y="2674"/>
                    <a:pt x="1253" y="2674"/>
                  </a:cubicBezTo>
                  <a:cubicBezTo>
                    <a:pt x="1270" y="2674"/>
                    <a:pt x="1287" y="2673"/>
                    <a:pt x="1304" y="2671"/>
                  </a:cubicBezTo>
                  <a:cubicBezTo>
                    <a:pt x="2181" y="2571"/>
                    <a:pt x="1830" y="741"/>
                    <a:pt x="1605" y="315"/>
                  </a:cubicBezTo>
                  <a:cubicBezTo>
                    <a:pt x="1476" y="82"/>
                    <a:pt x="1283" y="0"/>
                    <a:pt x="1095" y="0"/>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643;p36">
              <a:extLst>
                <a:ext uri="{FF2B5EF4-FFF2-40B4-BE49-F238E27FC236}">
                  <a16:creationId xmlns:a16="http://schemas.microsoft.com/office/drawing/2014/main" id="{60A6AF9C-1EAF-4A54-B2DB-5C839CE52FD9}"/>
                </a:ext>
              </a:extLst>
            </p:cNvPr>
            <p:cNvSpPr/>
            <p:nvPr/>
          </p:nvSpPr>
          <p:spPr>
            <a:xfrm>
              <a:off x="6533829" y="2487289"/>
              <a:ext cx="202653" cy="177921"/>
            </a:xfrm>
            <a:custGeom>
              <a:avLst/>
              <a:gdLst/>
              <a:ahLst/>
              <a:cxnLst/>
              <a:rect l="l" t="t" r="r" b="b"/>
              <a:pathLst>
                <a:path w="2368" h="2079" extrusionOk="0">
                  <a:moveTo>
                    <a:pt x="1179" y="0"/>
                  </a:moveTo>
                  <a:cubicBezTo>
                    <a:pt x="925" y="0"/>
                    <a:pt x="683" y="88"/>
                    <a:pt x="527" y="275"/>
                  </a:cubicBezTo>
                  <a:cubicBezTo>
                    <a:pt x="1" y="852"/>
                    <a:pt x="1" y="852"/>
                    <a:pt x="126" y="1228"/>
                  </a:cubicBezTo>
                  <a:cubicBezTo>
                    <a:pt x="146" y="1309"/>
                    <a:pt x="396" y="2078"/>
                    <a:pt x="584" y="2078"/>
                  </a:cubicBezTo>
                  <a:cubicBezTo>
                    <a:pt x="628" y="2078"/>
                    <a:pt x="669" y="2035"/>
                    <a:pt x="702" y="1930"/>
                  </a:cubicBezTo>
                  <a:cubicBezTo>
                    <a:pt x="978" y="1128"/>
                    <a:pt x="1429" y="1378"/>
                    <a:pt x="1680" y="952"/>
                  </a:cubicBezTo>
                  <a:cubicBezTo>
                    <a:pt x="1726" y="870"/>
                    <a:pt x="1778" y="838"/>
                    <a:pt x="1831" y="838"/>
                  </a:cubicBezTo>
                  <a:cubicBezTo>
                    <a:pt x="2006" y="838"/>
                    <a:pt x="2197" y="1185"/>
                    <a:pt x="2261" y="1185"/>
                  </a:cubicBezTo>
                  <a:cubicBezTo>
                    <a:pt x="2271" y="1185"/>
                    <a:pt x="2279" y="1176"/>
                    <a:pt x="2281" y="1153"/>
                  </a:cubicBezTo>
                  <a:cubicBezTo>
                    <a:pt x="2368" y="428"/>
                    <a:pt x="1741" y="0"/>
                    <a:pt x="1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644;p36">
              <a:extLst>
                <a:ext uri="{FF2B5EF4-FFF2-40B4-BE49-F238E27FC236}">
                  <a16:creationId xmlns:a16="http://schemas.microsoft.com/office/drawing/2014/main" id="{1FC58BD5-B19E-4E3A-AC09-869B33BE6C8C}"/>
                </a:ext>
              </a:extLst>
            </p:cNvPr>
            <p:cNvSpPr/>
            <p:nvPr/>
          </p:nvSpPr>
          <p:spPr>
            <a:xfrm>
              <a:off x="6160870" y="2617628"/>
              <a:ext cx="300129" cy="364913"/>
            </a:xfrm>
            <a:custGeom>
              <a:avLst/>
              <a:gdLst/>
              <a:ahLst/>
              <a:cxnLst/>
              <a:rect l="l" t="t" r="r" b="b"/>
              <a:pathLst>
                <a:path w="3507" h="4264" extrusionOk="0">
                  <a:moveTo>
                    <a:pt x="293" y="1"/>
                  </a:moveTo>
                  <a:cubicBezTo>
                    <a:pt x="186" y="1"/>
                    <a:pt x="1" y="271"/>
                    <a:pt x="223" y="2011"/>
                  </a:cubicBezTo>
                  <a:cubicBezTo>
                    <a:pt x="449" y="3965"/>
                    <a:pt x="1075" y="4141"/>
                    <a:pt x="1276" y="4216"/>
                  </a:cubicBezTo>
                  <a:cubicBezTo>
                    <a:pt x="1371" y="4249"/>
                    <a:pt x="1474" y="4263"/>
                    <a:pt x="1583" y="4263"/>
                  </a:cubicBezTo>
                  <a:cubicBezTo>
                    <a:pt x="2396" y="4263"/>
                    <a:pt x="3507" y="3464"/>
                    <a:pt x="3507" y="3464"/>
                  </a:cubicBezTo>
                  <a:lnTo>
                    <a:pt x="2629" y="2336"/>
                  </a:lnTo>
                  <a:cubicBezTo>
                    <a:pt x="2629" y="2336"/>
                    <a:pt x="2280" y="2966"/>
                    <a:pt x="1626" y="2966"/>
                  </a:cubicBezTo>
                  <a:cubicBezTo>
                    <a:pt x="1601" y="2966"/>
                    <a:pt x="1577" y="2965"/>
                    <a:pt x="1552" y="2963"/>
                  </a:cubicBezTo>
                  <a:cubicBezTo>
                    <a:pt x="1151" y="2913"/>
                    <a:pt x="474" y="1484"/>
                    <a:pt x="599" y="933"/>
                  </a:cubicBezTo>
                  <a:cubicBezTo>
                    <a:pt x="725" y="407"/>
                    <a:pt x="424" y="106"/>
                    <a:pt x="349" y="31"/>
                  </a:cubicBezTo>
                  <a:cubicBezTo>
                    <a:pt x="339" y="16"/>
                    <a:pt x="318" y="1"/>
                    <a:pt x="293" y="1"/>
                  </a:cubicBezTo>
                  <a:close/>
                </a:path>
              </a:pathLst>
            </a:custGeom>
            <a:solidFill>
              <a:srgbClr val="8050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645;p36">
              <a:extLst>
                <a:ext uri="{FF2B5EF4-FFF2-40B4-BE49-F238E27FC236}">
                  <a16:creationId xmlns:a16="http://schemas.microsoft.com/office/drawing/2014/main" id="{E4B8699E-4367-46F4-B7F9-8663AC6B4F23}"/>
                </a:ext>
              </a:extLst>
            </p:cNvPr>
            <p:cNvSpPr/>
            <p:nvPr/>
          </p:nvSpPr>
          <p:spPr>
            <a:xfrm>
              <a:off x="6345124" y="2771587"/>
              <a:ext cx="220968" cy="183312"/>
            </a:xfrm>
            <a:custGeom>
              <a:avLst/>
              <a:gdLst/>
              <a:ahLst/>
              <a:cxnLst/>
              <a:rect l="l" t="t" r="r" b="b"/>
              <a:pathLst>
                <a:path w="2582" h="2142" extrusionOk="0">
                  <a:moveTo>
                    <a:pt x="1648" y="1"/>
                  </a:moveTo>
                  <a:cubicBezTo>
                    <a:pt x="923" y="1"/>
                    <a:pt x="25" y="688"/>
                    <a:pt x="25" y="688"/>
                  </a:cubicBezTo>
                  <a:cubicBezTo>
                    <a:pt x="0" y="1590"/>
                    <a:pt x="953" y="2141"/>
                    <a:pt x="953" y="2141"/>
                  </a:cubicBezTo>
                  <a:cubicBezTo>
                    <a:pt x="953" y="2141"/>
                    <a:pt x="1504" y="1866"/>
                    <a:pt x="2005" y="1390"/>
                  </a:cubicBezTo>
                  <a:cubicBezTo>
                    <a:pt x="2582" y="838"/>
                    <a:pt x="2456" y="512"/>
                    <a:pt x="2281" y="287"/>
                  </a:cubicBezTo>
                  <a:cubicBezTo>
                    <a:pt x="2117" y="78"/>
                    <a:pt x="1892" y="1"/>
                    <a:pt x="1648" y="1"/>
                  </a:cubicBezTo>
                  <a:close/>
                </a:path>
              </a:pathLst>
            </a:custGeom>
            <a:solidFill>
              <a:srgbClr val="F8C2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1597;p36">
            <a:extLst>
              <a:ext uri="{FF2B5EF4-FFF2-40B4-BE49-F238E27FC236}">
                <a16:creationId xmlns:a16="http://schemas.microsoft.com/office/drawing/2014/main" id="{8B702DDF-8577-43EC-8B55-296BA4F990D1}"/>
              </a:ext>
            </a:extLst>
          </p:cNvPr>
          <p:cNvSpPr txBox="1">
            <a:spLocks noGrp="1"/>
          </p:cNvSpPr>
          <p:nvPr>
            <p:ph type="title"/>
          </p:nvPr>
        </p:nvSpPr>
        <p:spPr>
          <a:xfrm>
            <a:off x="565693" y="610296"/>
            <a:ext cx="3573195" cy="89750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PH" dirty="0"/>
              <a:t>Methodology</a:t>
            </a:r>
            <a:endParaRPr dirty="0"/>
          </a:p>
        </p:txBody>
      </p:sp>
      <p:sp>
        <p:nvSpPr>
          <p:cNvPr id="100" name="Google Shape;1598;p36">
            <a:extLst>
              <a:ext uri="{FF2B5EF4-FFF2-40B4-BE49-F238E27FC236}">
                <a16:creationId xmlns:a16="http://schemas.microsoft.com/office/drawing/2014/main" id="{4199FAA9-0E64-4DDB-A0E1-73F94A10C2DB}"/>
              </a:ext>
            </a:extLst>
          </p:cNvPr>
          <p:cNvSpPr txBox="1">
            <a:spLocks noGrp="1"/>
          </p:cNvSpPr>
          <p:nvPr>
            <p:ph type="subTitle" idx="1"/>
          </p:nvPr>
        </p:nvSpPr>
        <p:spPr>
          <a:xfrm>
            <a:off x="768651" y="1605733"/>
            <a:ext cx="4611600" cy="26301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800" b="1" dirty="0"/>
              <a:t>Data Source</a:t>
            </a:r>
            <a:r>
              <a:rPr lang="en-US" sz="1800" dirty="0"/>
              <a:t>: survey_data_updated.csv</a:t>
            </a:r>
          </a:p>
          <a:p>
            <a:pPr marL="285750" lvl="0" indent="-285750" algn="l" rtl="0">
              <a:spcBef>
                <a:spcPts val="0"/>
              </a:spcBef>
              <a:spcAft>
                <a:spcPts val="0"/>
              </a:spcAft>
              <a:buFont typeface="Arial" panose="020B0604020202020204" pitchFamily="34" charset="0"/>
              <a:buChar char="•"/>
            </a:pPr>
            <a:r>
              <a:rPr lang="en-US" sz="1800" b="1" dirty="0"/>
              <a:t>Collection</a:t>
            </a:r>
            <a:r>
              <a:rPr lang="en-US" sz="1800" dirty="0"/>
              <a:t>: Developer survey responses</a:t>
            </a:r>
          </a:p>
          <a:p>
            <a:pPr marL="285750" lvl="0" indent="-285750" algn="l" rtl="0">
              <a:spcBef>
                <a:spcPts val="0"/>
              </a:spcBef>
              <a:spcAft>
                <a:spcPts val="0"/>
              </a:spcAft>
              <a:buFont typeface="Arial" panose="020B0604020202020204" pitchFamily="34" charset="0"/>
              <a:buChar char="•"/>
            </a:pPr>
            <a:r>
              <a:rPr lang="en-US" sz="1800" b="1" dirty="0"/>
              <a:t>Wrangling</a:t>
            </a:r>
            <a:r>
              <a:rPr lang="en-US" sz="1800" dirty="0"/>
              <a:t>: Removed duplicates, handled missing values, split multi-value fields using delimiter(;).</a:t>
            </a:r>
          </a:p>
          <a:p>
            <a:pPr marL="285750" lvl="0" indent="-285750" algn="l" rtl="0">
              <a:spcBef>
                <a:spcPts val="0"/>
              </a:spcBef>
              <a:spcAft>
                <a:spcPts val="0"/>
              </a:spcAft>
              <a:buFont typeface="Arial" panose="020B0604020202020204" pitchFamily="34" charset="0"/>
              <a:buChar char="•"/>
            </a:pPr>
            <a:r>
              <a:rPr lang="en-US" sz="1800" b="1" dirty="0"/>
              <a:t>Tool Used</a:t>
            </a:r>
            <a:r>
              <a:rPr lang="en-US" sz="1800" dirty="0"/>
              <a:t>: IBM Cognos Analytics</a:t>
            </a:r>
          </a:p>
        </p:txBody>
      </p:sp>
    </p:spTree>
    <p:extLst>
      <p:ext uri="{BB962C8B-B14F-4D97-AF65-F5344CB8AC3E}">
        <p14:creationId xmlns:p14="http://schemas.microsoft.com/office/powerpoint/2010/main" val="265481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sp>
        <p:nvSpPr>
          <p:cNvPr id="1650" name="Google Shape;1650;p37"/>
          <p:cNvSpPr txBox="1">
            <a:spLocks noGrp="1"/>
          </p:cNvSpPr>
          <p:nvPr>
            <p:ph type="title"/>
          </p:nvPr>
        </p:nvSpPr>
        <p:spPr>
          <a:xfrm>
            <a:off x="720000" y="445025"/>
            <a:ext cx="6802108" cy="572700"/>
          </a:xfrm>
          <a:prstGeom prst="rect">
            <a:avLst/>
          </a:prstGeom>
        </p:spPr>
        <p:txBody>
          <a:bodyPr spcFirstLastPara="1" wrap="square" lIns="91425" tIns="91425" rIns="91425" bIns="91425" anchor="t" anchorCtr="0">
            <a:noAutofit/>
          </a:bodyPr>
          <a:lstStyle/>
          <a:p>
            <a:pPr algn="l"/>
            <a:r>
              <a:rPr lang="en-US" sz="3600" dirty="0"/>
              <a:t>Programming Language – Current Usage</a:t>
            </a:r>
          </a:p>
        </p:txBody>
      </p:sp>
      <p:sp>
        <p:nvSpPr>
          <p:cNvPr id="1651" name="Google Shape;1651;p37"/>
          <p:cNvSpPr txBox="1">
            <a:spLocks noGrp="1"/>
          </p:cNvSpPr>
          <p:nvPr>
            <p:ph type="subTitle" idx="1"/>
          </p:nvPr>
        </p:nvSpPr>
        <p:spPr>
          <a:xfrm>
            <a:off x="720000" y="1625445"/>
            <a:ext cx="2830809" cy="2598047"/>
          </a:xfrm>
          <a:prstGeom prst="rect">
            <a:avLst/>
          </a:prstGeom>
        </p:spPr>
        <p:txBody>
          <a:bodyPr spcFirstLastPara="1" wrap="square" lIns="91425" tIns="91425" rIns="91425" bIns="91425" anchor="t" anchorCtr="0">
            <a:noAutofit/>
          </a:bodyPr>
          <a:lstStyle/>
          <a:p>
            <a:r>
              <a:rPr lang="en-US" dirty="0"/>
              <a:t>Bar chart shows the Top 10 programming languages currently used by respondents.</a:t>
            </a:r>
          </a:p>
          <a:p>
            <a:r>
              <a:rPr lang="en-US" dirty="0"/>
              <a:t>Key Insight: Bash/Shell, C#, and HTML/CSS dominate current usage.</a:t>
            </a:r>
          </a:p>
        </p:txBody>
      </p:sp>
      <p:pic>
        <p:nvPicPr>
          <p:cNvPr id="4" name="Picture 3">
            <a:extLst>
              <a:ext uri="{FF2B5EF4-FFF2-40B4-BE49-F238E27FC236}">
                <a16:creationId xmlns:a16="http://schemas.microsoft.com/office/drawing/2014/main" id="{5B8D31DE-8726-4B8A-9632-AF8C4FE290AC}"/>
              </a:ext>
            </a:extLst>
          </p:cNvPr>
          <p:cNvPicPr>
            <a:picLocks noChangeAspect="1"/>
          </p:cNvPicPr>
          <p:nvPr/>
        </p:nvPicPr>
        <p:blipFill>
          <a:blip r:embed="rId3"/>
          <a:stretch>
            <a:fillRect/>
          </a:stretch>
        </p:blipFill>
        <p:spPr>
          <a:xfrm>
            <a:off x="3550809" y="1625445"/>
            <a:ext cx="4709726" cy="2570811"/>
          </a:xfrm>
          <a:prstGeom prst="rect">
            <a:avLst/>
          </a:prstGeom>
        </p:spPr>
      </p:pic>
      <p:sp>
        <p:nvSpPr>
          <p:cNvPr id="6" name="Google Shape;1548;p35">
            <a:extLst>
              <a:ext uri="{FF2B5EF4-FFF2-40B4-BE49-F238E27FC236}">
                <a16:creationId xmlns:a16="http://schemas.microsoft.com/office/drawing/2014/main" id="{765294D0-0974-4195-8D90-212395092A50}"/>
              </a:ext>
            </a:extLst>
          </p:cNvPr>
          <p:cNvSpPr txBox="1">
            <a:spLocks/>
          </p:cNvSpPr>
          <p:nvPr/>
        </p:nvSpPr>
        <p:spPr>
          <a:xfrm>
            <a:off x="7160830" y="346175"/>
            <a:ext cx="1482300" cy="770400"/>
          </a:xfrm>
          <a:prstGeom prst="rect">
            <a:avLst/>
          </a:prstGeom>
          <a:solidFill>
            <a:srgbClr val="D8E4F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rtl="0">
              <a:buClrTx/>
              <a:buFontTx/>
            </a:pPr>
            <a:r>
              <a:rPr lang="en" sz="6000" b="1" dirty="0">
                <a:solidFill>
                  <a:srgbClr val="1F3374"/>
                </a:solidFill>
                <a:latin typeface="Barlow Semi Condensed" panose="00000506000000000000" pitchFamily="2" charset="0"/>
              </a:rPr>
              <a:t>04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sp>
        <p:nvSpPr>
          <p:cNvPr id="1650" name="Google Shape;1650;p3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algn="l"/>
            <a:r>
              <a:rPr lang="en-US" sz="3600" dirty="0"/>
              <a:t>Programming Language – Future Trend</a:t>
            </a:r>
          </a:p>
        </p:txBody>
      </p:sp>
      <p:sp>
        <p:nvSpPr>
          <p:cNvPr id="1651" name="Google Shape;1651;p37"/>
          <p:cNvSpPr txBox="1">
            <a:spLocks noGrp="1"/>
          </p:cNvSpPr>
          <p:nvPr>
            <p:ph type="subTitle" idx="1"/>
          </p:nvPr>
        </p:nvSpPr>
        <p:spPr>
          <a:xfrm>
            <a:off x="720000" y="1625445"/>
            <a:ext cx="2830809" cy="2598047"/>
          </a:xfrm>
          <a:prstGeom prst="rect">
            <a:avLst/>
          </a:prstGeom>
        </p:spPr>
        <p:txBody>
          <a:bodyPr spcFirstLastPara="1" wrap="square" lIns="91425" tIns="91425" rIns="91425" bIns="91425" anchor="t" anchorCtr="0">
            <a:noAutofit/>
          </a:bodyPr>
          <a:lstStyle/>
          <a:p>
            <a:r>
              <a:rPr lang="en-US" dirty="0"/>
              <a:t>Visualization highlights programming languages developers want to learn or use next.</a:t>
            </a:r>
          </a:p>
          <a:p>
            <a:r>
              <a:rPr lang="en-US" dirty="0"/>
              <a:t>Implication: Demand is shifting toward modern and versatile languages.</a:t>
            </a:r>
          </a:p>
        </p:txBody>
      </p:sp>
      <p:pic>
        <p:nvPicPr>
          <p:cNvPr id="3" name="Picture 2">
            <a:extLst>
              <a:ext uri="{FF2B5EF4-FFF2-40B4-BE49-F238E27FC236}">
                <a16:creationId xmlns:a16="http://schemas.microsoft.com/office/drawing/2014/main" id="{AEF4AB7E-BEBC-4BF2-A8F4-5F8ABB1C83D2}"/>
              </a:ext>
            </a:extLst>
          </p:cNvPr>
          <p:cNvPicPr>
            <a:picLocks noChangeAspect="1"/>
          </p:cNvPicPr>
          <p:nvPr/>
        </p:nvPicPr>
        <p:blipFill>
          <a:blip r:embed="rId3"/>
          <a:stretch>
            <a:fillRect/>
          </a:stretch>
        </p:blipFill>
        <p:spPr>
          <a:xfrm>
            <a:off x="3550809" y="1625445"/>
            <a:ext cx="4709726" cy="2607907"/>
          </a:xfrm>
          <a:prstGeom prst="rect">
            <a:avLst/>
          </a:prstGeom>
        </p:spPr>
      </p:pic>
    </p:spTree>
    <p:extLst>
      <p:ext uri="{BB962C8B-B14F-4D97-AF65-F5344CB8AC3E}">
        <p14:creationId xmlns:p14="http://schemas.microsoft.com/office/powerpoint/2010/main" val="745171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sp>
        <p:nvSpPr>
          <p:cNvPr id="1650" name="Google Shape;1650;p3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algn="l"/>
            <a:r>
              <a:rPr lang="en-PH" sz="3600" dirty="0"/>
              <a:t>Database Trends – Current Usage</a:t>
            </a:r>
            <a:endParaRPr lang="en-US" sz="3600" dirty="0"/>
          </a:p>
        </p:txBody>
      </p:sp>
      <p:sp>
        <p:nvSpPr>
          <p:cNvPr id="1651" name="Google Shape;1651;p37"/>
          <p:cNvSpPr txBox="1">
            <a:spLocks noGrp="1"/>
          </p:cNvSpPr>
          <p:nvPr>
            <p:ph type="subTitle" idx="1"/>
          </p:nvPr>
        </p:nvSpPr>
        <p:spPr>
          <a:xfrm>
            <a:off x="720000" y="1625445"/>
            <a:ext cx="2830809" cy="2598047"/>
          </a:xfrm>
          <a:prstGeom prst="rect">
            <a:avLst/>
          </a:prstGeom>
        </p:spPr>
        <p:txBody>
          <a:bodyPr spcFirstLastPara="1" wrap="square" lIns="91425" tIns="91425" rIns="91425" bIns="91425" anchor="t" anchorCtr="0">
            <a:noAutofit/>
          </a:bodyPr>
          <a:lstStyle/>
          <a:p>
            <a:r>
              <a:rPr lang="en-US" dirty="0"/>
              <a:t>Bar chart summarizes the Top 10 databases used in real-world projects.</a:t>
            </a:r>
          </a:p>
          <a:p>
            <a:r>
              <a:rPr lang="en-US" dirty="0"/>
              <a:t>Insight: SQL-based databases remain highly relevant.</a:t>
            </a:r>
          </a:p>
        </p:txBody>
      </p:sp>
      <p:pic>
        <p:nvPicPr>
          <p:cNvPr id="3" name="Picture 2">
            <a:extLst>
              <a:ext uri="{FF2B5EF4-FFF2-40B4-BE49-F238E27FC236}">
                <a16:creationId xmlns:a16="http://schemas.microsoft.com/office/drawing/2014/main" id="{E3B859B4-AE31-4D63-B501-DD1D37ACB26F}"/>
              </a:ext>
            </a:extLst>
          </p:cNvPr>
          <p:cNvPicPr>
            <a:picLocks noChangeAspect="1"/>
          </p:cNvPicPr>
          <p:nvPr/>
        </p:nvPicPr>
        <p:blipFill>
          <a:blip r:embed="rId3"/>
          <a:stretch>
            <a:fillRect/>
          </a:stretch>
        </p:blipFill>
        <p:spPr>
          <a:xfrm>
            <a:off x="3721174" y="1625445"/>
            <a:ext cx="4709726" cy="2635330"/>
          </a:xfrm>
          <a:prstGeom prst="rect">
            <a:avLst/>
          </a:prstGeom>
        </p:spPr>
      </p:pic>
      <p:sp>
        <p:nvSpPr>
          <p:cNvPr id="6" name="Google Shape;1548;p35">
            <a:extLst>
              <a:ext uri="{FF2B5EF4-FFF2-40B4-BE49-F238E27FC236}">
                <a16:creationId xmlns:a16="http://schemas.microsoft.com/office/drawing/2014/main" id="{2BAEB10C-265C-4979-A308-FC8E8754507C}"/>
              </a:ext>
            </a:extLst>
          </p:cNvPr>
          <p:cNvSpPr txBox="1">
            <a:spLocks/>
          </p:cNvSpPr>
          <p:nvPr/>
        </p:nvSpPr>
        <p:spPr>
          <a:xfrm>
            <a:off x="7054038" y="346175"/>
            <a:ext cx="1482300" cy="770400"/>
          </a:xfrm>
          <a:prstGeom prst="rect">
            <a:avLst/>
          </a:prstGeom>
          <a:solidFill>
            <a:srgbClr val="D8E4F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rtl="0">
              <a:buClrTx/>
              <a:buFontTx/>
            </a:pPr>
            <a:r>
              <a:rPr lang="en" sz="6000" b="1" dirty="0">
                <a:solidFill>
                  <a:srgbClr val="1F3374"/>
                </a:solidFill>
                <a:latin typeface="Barlow Semi Condensed" panose="00000506000000000000" pitchFamily="2" charset="0"/>
              </a:rPr>
              <a:t>05</a:t>
            </a:r>
          </a:p>
        </p:txBody>
      </p:sp>
    </p:spTree>
    <p:extLst>
      <p:ext uri="{BB962C8B-B14F-4D97-AF65-F5344CB8AC3E}">
        <p14:creationId xmlns:p14="http://schemas.microsoft.com/office/powerpoint/2010/main" val="527456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sp>
        <p:nvSpPr>
          <p:cNvPr id="1650" name="Google Shape;1650;p3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algn="l"/>
            <a:r>
              <a:rPr lang="en-PH" sz="3600" dirty="0"/>
              <a:t>Database Trends – Future Demand</a:t>
            </a:r>
            <a:endParaRPr lang="en-US" sz="3600" dirty="0"/>
          </a:p>
        </p:txBody>
      </p:sp>
      <p:sp>
        <p:nvSpPr>
          <p:cNvPr id="1651" name="Google Shape;1651;p37"/>
          <p:cNvSpPr txBox="1">
            <a:spLocks noGrp="1"/>
          </p:cNvSpPr>
          <p:nvPr>
            <p:ph type="subTitle" idx="1"/>
          </p:nvPr>
        </p:nvSpPr>
        <p:spPr>
          <a:xfrm>
            <a:off x="720000" y="1625445"/>
            <a:ext cx="2830809" cy="2598047"/>
          </a:xfrm>
          <a:prstGeom prst="rect">
            <a:avLst/>
          </a:prstGeom>
        </p:spPr>
        <p:txBody>
          <a:bodyPr spcFirstLastPara="1" wrap="square" lIns="91425" tIns="91425" rIns="91425" bIns="91425" anchor="t" anchorCtr="0">
            <a:noAutofit/>
          </a:bodyPr>
          <a:lstStyle/>
          <a:p>
            <a:r>
              <a:rPr lang="en-US" dirty="0"/>
              <a:t>Visualization shows databases developers want to work with in the future.</a:t>
            </a:r>
          </a:p>
          <a:p>
            <a:r>
              <a:rPr lang="en-US" dirty="0"/>
              <a:t>Implication: Cloud-native and scalable databases are gaining popularity.</a:t>
            </a:r>
          </a:p>
        </p:txBody>
      </p:sp>
      <p:pic>
        <p:nvPicPr>
          <p:cNvPr id="3" name="Picture 2">
            <a:extLst>
              <a:ext uri="{FF2B5EF4-FFF2-40B4-BE49-F238E27FC236}">
                <a16:creationId xmlns:a16="http://schemas.microsoft.com/office/drawing/2014/main" id="{3BF5F2F8-8004-4E6E-AFD5-0AD076C21C6A}"/>
              </a:ext>
            </a:extLst>
          </p:cNvPr>
          <p:cNvPicPr>
            <a:picLocks noChangeAspect="1"/>
          </p:cNvPicPr>
          <p:nvPr/>
        </p:nvPicPr>
        <p:blipFill>
          <a:blip r:embed="rId3"/>
          <a:stretch>
            <a:fillRect/>
          </a:stretch>
        </p:blipFill>
        <p:spPr>
          <a:xfrm>
            <a:off x="3720276" y="1625444"/>
            <a:ext cx="4703724" cy="2598048"/>
          </a:xfrm>
          <a:prstGeom prst="rect">
            <a:avLst/>
          </a:prstGeom>
        </p:spPr>
      </p:pic>
    </p:spTree>
    <p:extLst>
      <p:ext uri="{BB962C8B-B14F-4D97-AF65-F5344CB8AC3E}">
        <p14:creationId xmlns:p14="http://schemas.microsoft.com/office/powerpoint/2010/main" val="4183156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6"/>
        <p:cNvGrpSpPr/>
        <p:nvPr/>
      </p:nvGrpSpPr>
      <p:grpSpPr>
        <a:xfrm>
          <a:off x="0" y="0"/>
          <a:ext cx="0" cy="0"/>
          <a:chOff x="0" y="0"/>
          <a:chExt cx="0" cy="0"/>
        </a:xfrm>
      </p:grpSpPr>
      <p:sp>
        <p:nvSpPr>
          <p:cNvPr id="1548" name="Google Shape;1548;p35"/>
          <p:cNvSpPr txBox="1">
            <a:spLocks noGrp="1"/>
          </p:cNvSpPr>
          <p:nvPr>
            <p:ph type="title" idx="2"/>
          </p:nvPr>
        </p:nvSpPr>
        <p:spPr>
          <a:xfrm>
            <a:off x="1153822" y="1357689"/>
            <a:ext cx="1482300" cy="77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27" name="Google Shape;1484;p34">
            <a:extLst>
              <a:ext uri="{FF2B5EF4-FFF2-40B4-BE49-F238E27FC236}">
                <a16:creationId xmlns:a16="http://schemas.microsoft.com/office/drawing/2014/main" id="{18B24A35-6818-482D-A530-2327829BE6E5}"/>
              </a:ext>
            </a:extLst>
          </p:cNvPr>
          <p:cNvSpPr txBox="1">
            <a:spLocks noGrp="1"/>
          </p:cNvSpPr>
          <p:nvPr>
            <p:ph type="title"/>
          </p:nvPr>
        </p:nvSpPr>
        <p:spPr>
          <a:xfrm>
            <a:off x="985124" y="833838"/>
            <a:ext cx="4496438" cy="44784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PH" sz="4000" dirty="0"/>
              <a:t>Dashboard Overview</a:t>
            </a:r>
            <a:endParaRPr sz="4000" dirty="0"/>
          </a:p>
        </p:txBody>
      </p:sp>
      <p:sp>
        <p:nvSpPr>
          <p:cNvPr id="28" name="Google Shape;1485;p34">
            <a:extLst>
              <a:ext uri="{FF2B5EF4-FFF2-40B4-BE49-F238E27FC236}">
                <a16:creationId xmlns:a16="http://schemas.microsoft.com/office/drawing/2014/main" id="{1AB9597D-BB2D-4ECA-B6CE-64DB8B52129E}"/>
              </a:ext>
            </a:extLst>
          </p:cNvPr>
          <p:cNvSpPr txBox="1">
            <a:spLocks noGrp="1"/>
          </p:cNvSpPr>
          <p:nvPr>
            <p:ph type="subTitle" idx="1"/>
          </p:nvPr>
        </p:nvSpPr>
        <p:spPr>
          <a:xfrm>
            <a:off x="1080308" y="2010431"/>
            <a:ext cx="3694475" cy="235568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sz="1800" dirty="0"/>
              <a:t>Three interactive dashboards were created using IBM Cognos Analytics:</a:t>
            </a:r>
          </a:p>
          <a:p>
            <a:pPr marL="742950" lvl="1" indent="-285750" algn="l">
              <a:buFont typeface="Wingdings" panose="05000000000000000000" pitchFamily="2" charset="2"/>
              <a:buChar char="Ø"/>
            </a:pPr>
            <a:r>
              <a:rPr lang="en-US" sz="1800" dirty="0"/>
              <a:t>Current Technology Usage</a:t>
            </a:r>
          </a:p>
          <a:p>
            <a:pPr marL="742950" lvl="1" indent="-285750" algn="l">
              <a:buFont typeface="Wingdings" panose="05000000000000000000" pitchFamily="2" charset="2"/>
              <a:buChar char="Ø"/>
            </a:pPr>
            <a:r>
              <a:rPr lang="en-US" sz="1800" dirty="0"/>
              <a:t>Future Technology Trends</a:t>
            </a:r>
          </a:p>
          <a:p>
            <a:pPr marL="742950" lvl="1" indent="-285750" algn="l">
              <a:buFont typeface="Wingdings" panose="05000000000000000000" pitchFamily="2" charset="2"/>
              <a:buChar char="Ø"/>
            </a:pPr>
            <a:r>
              <a:rPr lang="en-US" sz="1800" dirty="0"/>
              <a:t>Demographics</a:t>
            </a:r>
          </a:p>
        </p:txBody>
      </p:sp>
      <p:grpSp>
        <p:nvGrpSpPr>
          <p:cNvPr id="29" name="Google Shape;1486;p34">
            <a:extLst>
              <a:ext uri="{FF2B5EF4-FFF2-40B4-BE49-F238E27FC236}">
                <a16:creationId xmlns:a16="http://schemas.microsoft.com/office/drawing/2014/main" id="{2485FE20-5111-40E8-B8B3-63D33796F5EE}"/>
              </a:ext>
            </a:extLst>
          </p:cNvPr>
          <p:cNvGrpSpPr/>
          <p:nvPr/>
        </p:nvGrpSpPr>
        <p:grpSpPr>
          <a:xfrm>
            <a:off x="4848297" y="1599370"/>
            <a:ext cx="4010381" cy="2458905"/>
            <a:chOff x="4939903" y="1223591"/>
            <a:chExt cx="3875139" cy="2375983"/>
          </a:xfrm>
        </p:grpSpPr>
        <p:sp>
          <p:nvSpPr>
            <p:cNvPr id="30" name="Google Shape;1487;p34">
              <a:extLst>
                <a:ext uri="{FF2B5EF4-FFF2-40B4-BE49-F238E27FC236}">
                  <a16:creationId xmlns:a16="http://schemas.microsoft.com/office/drawing/2014/main" id="{947B0524-AF62-4BA2-861C-D998FC18E191}"/>
                </a:ext>
              </a:extLst>
            </p:cNvPr>
            <p:cNvSpPr/>
            <p:nvPr/>
          </p:nvSpPr>
          <p:spPr>
            <a:xfrm>
              <a:off x="6524836" y="3540227"/>
              <a:ext cx="141991" cy="59347"/>
            </a:xfrm>
            <a:custGeom>
              <a:avLst/>
              <a:gdLst/>
              <a:ahLst/>
              <a:cxnLst/>
              <a:rect l="l" t="t" r="r" b="b"/>
              <a:pathLst>
                <a:path w="1993" h="833" extrusionOk="0">
                  <a:moveTo>
                    <a:pt x="1425" y="1"/>
                  </a:moveTo>
                  <a:cubicBezTo>
                    <a:pt x="1154" y="1"/>
                    <a:pt x="882" y="144"/>
                    <a:pt x="761" y="144"/>
                  </a:cubicBezTo>
                  <a:cubicBezTo>
                    <a:pt x="732" y="144"/>
                    <a:pt x="711" y="135"/>
                    <a:pt x="702" y="113"/>
                  </a:cubicBezTo>
                  <a:cubicBezTo>
                    <a:pt x="690" y="88"/>
                    <a:pt x="662" y="78"/>
                    <a:pt x="624" y="78"/>
                  </a:cubicBezTo>
                  <a:cubicBezTo>
                    <a:pt x="436" y="78"/>
                    <a:pt x="0" y="339"/>
                    <a:pt x="0" y="339"/>
                  </a:cubicBezTo>
                  <a:cubicBezTo>
                    <a:pt x="0" y="339"/>
                    <a:pt x="276" y="665"/>
                    <a:pt x="527" y="815"/>
                  </a:cubicBezTo>
                  <a:cubicBezTo>
                    <a:pt x="549" y="827"/>
                    <a:pt x="578" y="833"/>
                    <a:pt x="611" y="833"/>
                  </a:cubicBezTo>
                  <a:cubicBezTo>
                    <a:pt x="990" y="833"/>
                    <a:pt x="1992" y="105"/>
                    <a:pt x="1554" y="13"/>
                  </a:cubicBezTo>
                  <a:cubicBezTo>
                    <a:pt x="1512" y="5"/>
                    <a:pt x="1468" y="1"/>
                    <a:pt x="1425"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1488;p34">
              <a:extLst>
                <a:ext uri="{FF2B5EF4-FFF2-40B4-BE49-F238E27FC236}">
                  <a16:creationId xmlns:a16="http://schemas.microsoft.com/office/drawing/2014/main" id="{EAF04628-33DC-4548-B17A-DD031EF11A6E}"/>
                </a:ext>
              </a:extLst>
            </p:cNvPr>
            <p:cNvGrpSpPr/>
            <p:nvPr/>
          </p:nvGrpSpPr>
          <p:grpSpPr>
            <a:xfrm>
              <a:off x="4939903" y="1223591"/>
              <a:ext cx="3875139" cy="2353997"/>
              <a:chOff x="2772963" y="2596675"/>
              <a:chExt cx="3598086" cy="2185698"/>
            </a:xfrm>
          </p:grpSpPr>
          <p:sp>
            <p:nvSpPr>
              <p:cNvPr id="32" name="Google Shape;1489;p34">
                <a:extLst>
                  <a:ext uri="{FF2B5EF4-FFF2-40B4-BE49-F238E27FC236}">
                    <a16:creationId xmlns:a16="http://schemas.microsoft.com/office/drawing/2014/main" id="{88A10731-C43D-48C8-8F31-1901E6480A60}"/>
                  </a:ext>
                </a:extLst>
              </p:cNvPr>
              <p:cNvSpPr/>
              <p:nvPr/>
            </p:nvSpPr>
            <p:spPr>
              <a:xfrm>
                <a:off x="2772963" y="3173417"/>
                <a:ext cx="3598086" cy="1157161"/>
              </a:xfrm>
              <a:custGeom>
                <a:avLst/>
                <a:gdLst/>
                <a:ahLst/>
                <a:cxnLst/>
                <a:rect l="l" t="t" r="r" b="b"/>
                <a:pathLst>
                  <a:path w="50503" h="16242" extrusionOk="0">
                    <a:moveTo>
                      <a:pt x="40151" y="1"/>
                    </a:moveTo>
                    <a:lnTo>
                      <a:pt x="11179" y="7695"/>
                    </a:lnTo>
                    <a:lnTo>
                      <a:pt x="11104" y="7720"/>
                    </a:lnTo>
                    <a:lnTo>
                      <a:pt x="8246" y="12081"/>
                    </a:lnTo>
                    <a:lnTo>
                      <a:pt x="4462" y="10627"/>
                    </a:lnTo>
                    <a:lnTo>
                      <a:pt x="2106" y="15815"/>
                    </a:lnTo>
                    <a:lnTo>
                      <a:pt x="1" y="15815"/>
                    </a:lnTo>
                    <a:lnTo>
                      <a:pt x="1" y="16241"/>
                    </a:lnTo>
                    <a:lnTo>
                      <a:pt x="2382" y="16241"/>
                    </a:lnTo>
                    <a:lnTo>
                      <a:pt x="4662" y="11154"/>
                    </a:lnTo>
                    <a:lnTo>
                      <a:pt x="8397" y="12582"/>
                    </a:lnTo>
                    <a:lnTo>
                      <a:pt x="11354" y="8071"/>
                    </a:lnTo>
                    <a:lnTo>
                      <a:pt x="40051" y="452"/>
                    </a:lnTo>
                    <a:lnTo>
                      <a:pt x="43986" y="3810"/>
                    </a:lnTo>
                    <a:lnTo>
                      <a:pt x="47720" y="427"/>
                    </a:lnTo>
                    <a:lnTo>
                      <a:pt x="50502" y="427"/>
                    </a:lnTo>
                    <a:lnTo>
                      <a:pt x="50502" y="26"/>
                    </a:lnTo>
                    <a:lnTo>
                      <a:pt x="47570" y="26"/>
                    </a:lnTo>
                    <a:lnTo>
                      <a:pt x="43961" y="3259"/>
                    </a:lnTo>
                    <a:lnTo>
                      <a:pt x="401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90;p34">
                <a:extLst>
                  <a:ext uri="{FF2B5EF4-FFF2-40B4-BE49-F238E27FC236}">
                    <a16:creationId xmlns:a16="http://schemas.microsoft.com/office/drawing/2014/main" id="{9DEC7EA6-39FA-425D-8A46-FEBE67C23EE3}"/>
                  </a:ext>
                </a:extLst>
              </p:cNvPr>
              <p:cNvSpPr/>
              <p:nvPr/>
            </p:nvSpPr>
            <p:spPr>
              <a:xfrm>
                <a:off x="3314012" y="2739525"/>
                <a:ext cx="2226762" cy="1473204"/>
              </a:xfrm>
              <a:custGeom>
                <a:avLst/>
                <a:gdLst/>
                <a:ahLst/>
                <a:cxnLst/>
                <a:rect l="l" t="t" r="r" b="b"/>
                <a:pathLst>
                  <a:path w="31255" h="20678" extrusionOk="0">
                    <a:moveTo>
                      <a:pt x="1354" y="0"/>
                    </a:moveTo>
                    <a:cubicBezTo>
                      <a:pt x="627" y="0"/>
                      <a:pt x="1" y="627"/>
                      <a:pt x="1" y="1379"/>
                    </a:cubicBezTo>
                    <a:lnTo>
                      <a:pt x="1" y="19324"/>
                    </a:lnTo>
                    <a:cubicBezTo>
                      <a:pt x="1" y="20051"/>
                      <a:pt x="627" y="20677"/>
                      <a:pt x="1354" y="20677"/>
                    </a:cubicBezTo>
                    <a:lnTo>
                      <a:pt x="29901" y="20677"/>
                    </a:lnTo>
                    <a:cubicBezTo>
                      <a:pt x="30627" y="20677"/>
                      <a:pt x="31254" y="20051"/>
                      <a:pt x="31254" y="19324"/>
                    </a:cubicBezTo>
                    <a:lnTo>
                      <a:pt x="31254" y="1379"/>
                    </a:lnTo>
                    <a:cubicBezTo>
                      <a:pt x="31254" y="627"/>
                      <a:pt x="30627" y="0"/>
                      <a:pt x="29901" y="0"/>
                    </a:cubicBezTo>
                    <a:close/>
                  </a:path>
                </a:pathLst>
              </a:custGeom>
              <a:solidFill>
                <a:srgbClr val="FDE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91;p34">
                <a:extLst>
                  <a:ext uri="{FF2B5EF4-FFF2-40B4-BE49-F238E27FC236}">
                    <a16:creationId xmlns:a16="http://schemas.microsoft.com/office/drawing/2014/main" id="{7FDF223A-5ED2-4A2C-8961-73A02F8C33C7}"/>
                  </a:ext>
                </a:extLst>
              </p:cNvPr>
              <p:cNvSpPr/>
              <p:nvPr/>
            </p:nvSpPr>
            <p:spPr>
              <a:xfrm>
                <a:off x="4110411" y="3980571"/>
                <a:ext cx="637572" cy="551793"/>
              </a:xfrm>
              <a:custGeom>
                <a:avLst/>
                <a:gdLst/>
                <a:ahLst/>
                <a:cxnLst/>
                <a:rect l="l" t="t" r="r" b="b"/>
                <a:pathLst>
                  <a:path w="8949" h="7745" extrusionOk="0">
                    <a:moveTo>
                      <a:pt x="552" y="0"/>
                    </a:moveTo>
                    <a:lnTo>
                      <a:pt x="1" y="7744"/>
                    </a:lnTo>
                    <a:lnTo>
                      <a:pt x="8948" y="7744"/>
                    </a:lnTo>
                    <a:lnTo>
                      <a:pt x="8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92;p34">
                <a:extLst>
                  <a:ext uri="{FF2B5EF4-FFF2-40B4-BE49-F238E27FC236}">
                    <a16:creationId xmlns:a16="http://schemas.microsoft.com/office/drawing/2014/main" id="{92C8E295-EC74-41D1-8360-09832DDB4024}"/>
                  </a:ext>
                </a:extLst>
              </p:cNvPr>
              <p:cNvSpPr/>
              <p:nvPr/>
            </p:nvSpPr>
            <p:spPr>
              <a:xfrm>
                <a:off x="3314012" y="2739525"/>
                <a:ext cx="2226762" cy="1473204"/>
              </a:xfrm>
              <a:custGeom>
                <a:avLst/>
                <a:gdLst/>
                <a:ahLst/>
                <a:cxnLst/>
                <a:rect l="l" t="t" r="r" b="b"/>
                <a:pathLst>
                  <a:path w="31255" h="20678" extrusionOk="0">
                    <a:moveTo>
                      <a:pt x="1354" y="0"/>
                    </a:moveTo>
                    <a:cubicBezTo>
                      <a:pt x="627" y="0"/>
                      <a:pt x="1" y="627"/>
                      <a:pt x="1" y="1379"/>
                    </a:cubicBezTo>
                    <a:lnTo>
                      <a:pt x="1" y="19324"/>
                    </a:lnTo>
                    <a:cubicBezTo>
                      <a:pt x="1" y="20051"/>
                      <a:pt x="627" y="20677"/>
                      <a:pt x="1354" y="20677"/>
                    </a:cubicBezTo>
                    <a:lnTo>
                      <a:pt x="29901" y="20677"/>
                    </a:lnTo>
                    <a:cubicBezTo>
                      <a:pt x="30627" y="20677"/>
                      <a:pt x="31254" y="20051"/>
                      <a:pt x="31254" y="19324"/>
                    </a:cubicBezTo>
                    <a:lnTo>
                      <a:pt x="31254" y="1379"/>
                    </a:lnTo>
                    <a:cubicBezTo>
                      <a:pt x="31254" y="627"/>
                      <a:pt x="30627" y="0"/>
                      <a:pt x="29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93;p34">
                <a:extLst>
                  <a:ext uri="{FF2B5EF4-FFF2-40B4-BE49-F238E27FC236}">
                    <a16:creationId xmlns:a16="http://schemas.microsoft.com/office/drawing/2014/main" id="{C95AB71D-F093-457C-A7B1-6E592EB5BEF9}"/>
                  </a:ext>
                </a:extLst>
              </p:cNvPr>
              <p:cNvSpPr/>
              <p:nvPr/>
            </p:nvSpPr>
            <p:spPr>
              <a:xfrm>
                <a:off x="3401503" y="2837703"/>
                <a:ext cx="2035683" cy="1044665"/>
              </a:xfrm>
              <a:custGeom>
                <a:avLst/>
                <a:gdLst/>
                <a:ahLst/>
                <a:cxnLst/>
                <a:rect l="l" t="t" r="r" b="b"/>
                <a:pathLst>
                  <a:path w="28573" h="14663" extrusionOk="0">
                    <a:moveTo>
                      <a:pt x="1" y="1"/>
                    </a:moveTo>
                    <a:lnTo>
                      <a:pt x="1" y="14663"/>
                    </a:lnTo>
                    <a:lnTo>
                      <a:pt x="28572" y="14663"/>
                    </a:lnTo>
                    <a:lnTo>
                      <a:pt x="28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94;p34">
                <a:extLst>
                  <a:ext uri="{FF2B5EF4-FFF2-40B4-BE49-F238E27FC236}">
                    <a16:creationId xmlns:a16="http://schemas.microsoft.com/office/drawing/2014/main" id="{AA8CED3D-FAF0-4D89-BEB7-6073BAB0D87B}"/>
                  </a:ext>
                </a:extLst>
              </p:cNvPr>
              <p:cNvSpPr/>
              <p:nvPr/>
            </p:nvSpPr>
            <p:spPr>
              <a:xfrm>
                <a:off x="3314012" y="3969813"/>
                <a:ext cx="2226762" cy="242945"/>
              </a:xfrm>
              <a:custGeom>
                <a:avLst/>
                <a:gdLst/>
                <a:ahLst/>
                <a:cxnLst/>
                <a:rect l="l" t="t" r="r" b="b"/>
                <a:pathLst>
                  <a:path w="31255" h="3410" extrusionOk="0">
                    <a:moveTo>
                      <a:pt x="1" y="1"/>
                    </a:moveTo>
                    <a:lnTo>
                      <a:pt x="1" y="2056"/>
                    </a:lnTo>
                    <a:cubicBezTo>
                      <a:pt x="1" y="2783"/>
                      <a:pt x="627" y="3409"/>
                      <a:pt x="1354" y="3409"/>
                    </a:cubicBezTo>
                    <a:lnTo>
                      <a:pt x="29901" y="3409"/>
                    </a:lnTo>
                    <a:cubicBezTo>
                      <a:pt x="30627" y="3409"/>
                      <a:pt x="31254" y="2783"/>
                      <a:pt x="31254" y="2056"/>
                    </a:cubicBezTo>
                    <a:lnTo>
                      <a:pt x="31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95;p34">
                <a:extLst>
                  <a:ext uri="{FF2B5EF4-FFF2-40B4-BE49-F238E27FC236}">
                    <a16:creationId xmlns:a16="http://schemas.microsoft.com/office/drawing/2014/main" id="{0AFEEE15-2414-48D6-B25D-E5855365BD27}"/>
                  </a:ext>
                </a:extLst>
              </p:cNvPr>
              <p:cNvSpPr/>
              <p:nvPr/>
            </p:nvSpPr>
            <p:spPr>
              <a:xfrm>
                <a:off x="3799703" y="4444815"/>
                <a:ext cx="1228549" cy="87560"/>
              </a:xfrm>
              <a:custGeom>
                <a:avLst/>
                <a:gdLst/>
                <a:ahLst/>
                <a:cxnLst/>
                <a:rect l="l" t="t" r="r" b="b"/>
                <a:pathLst>
                  <a:path w="17244" h="1229" extrusionOk="0">
                    <a:moveTo>
                      <a:pt x="1" y="0"/>
                    </a:moveTo>
                    <a:lnTo>
                      <a:pt x="1" y="1228"/>
                    </a:lnTo>
                    <a:lnTo>
                      <a:pt x="17244" y="1228"/>
                    </a:lnTo>
                    <a:lnTo>
                      <a:pt x="172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96;p34">
                <a:extLst>
                  <a:ext uri="{FF2B5EF4-FFF2-40B4-BE49-F238E27FC236}">
                    <a16:creationId xmlns:a16="http://schemas.microsoft.com/office/drawing/2014/main" id="{67D54BA6-E160-4882-A97D-29B1B2A7EC0D}"/>
                  </a:ext>
                </a:extLst>
              </p:cNvPr>
              <p:cNvSpPr/>
              <p:nvPr/>
            </p:nvSpPr>
            <p:spPr>
              <a:xfrm>
                <a:off x="5755005" y="2859148"/>
                <a:ext cx="128668" cy="128668"/>
              </a:xfrm>
              <a:custGeom>
                <a:avLst/>
                <a:gdLst/>
                <a:ahLst/>
                <a:cxnLst/>
                <a:rect l="l" t="t" r="r" b="b"/>
                <a:pathLst>
                  <a:path w="1806" h="1806" extrusionOk="0">
                    <a:moveTo>
                      <a:pt x="276" y="1"/>
                    </a:moveTo>
                    <a:lnTo>
                      <a:pt x="1" y="301"/>
                    </a:lnTo>
                    <a:lnTo>
                      <a:pt x="1529" y="1805"/>
                    </a:lnTo>
                    <a:lnTo>
                      <a:pt x="1805" y="1504"/>
                    </a:lnTo>
                    <a:lnTo>
                      <a:pt x="276" y="1"/>
                    </a:lnTo>
                    <a:close/>
                  </a:path>
                </a:pathLst>
              </a:custGeom>
              <a:solidFill>
                <a:srgbClr val="CB6E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97;p34">
                <a:extLst>
                  <a:ext uri="{FF2B5EF4-FFF2-40B4-BE49-F238E27FC236}">
                    <a16:creationId xmlns:a16="http://schemas.microsoft.com/office/drawing/2014/main" id="{8875497B-471F-43E0-8C37-E9633E08D868}"/>
                  </a:ext>
                </a:extLst>
              </p:cNvPr>
              <p:cNvSpPr/>
              <p:nvPr/>
            </p:nvSpPr>
            <p:spPr>
              <a:xfrm>
                <a:off x="5755005" y="2860929"/>
                <a:ext cx="126887" cy="126887"/>
              </a:xfrm>
              <a:custGeom>
                <a:avLst/>
                <a:gdLst/>
                <a:ahLst/>
                <a:cxnLst/>
                <a:rect l="l" t="t" r="r" b="b"/>
                <a:pathLst>
                  <a:path w="1781" h="1781" extrusionOk="0">
                    <a:moveTo>
                      <a:pt x="1504" y="1"/>
                    </a:moveTo>
                    <a:lnTo>
                      <a:pt x="1" y="1479"/>
                    </a:lnTo>
                    <a:lnTo>
                      <a:pt x="301" y="1780"/>
                    </a:lnTo>
                    <a:lnTo>
                      <a:pt x="1780" y="276"/>
                    </a:lnTo>
                    <a:lnTo>
                      <a:pt x="1504" y="1"/>
                    </a:lnTo>
                    <a:close/>
                  </a:path>
                </a:pathLst>
              </a:custGeom>
              <a:solidFill>
                <a:srgbClr val="CB6E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98;p34">
                <a:extLst>
                  <a:ext uri="{FF2B5EF4-FFF2-40B4-BE49-F238E27FC236}">
                    <a16:creationId xmlns:a16="http://schemas.microsoft.com/office/drawing/2014/main" id="{159EB836-9AB9-489F-A98F-7D1E5621F321}"/>
                  </a:ext>
                </a:extLst>
              </p:cNvPr>
              <p:cNvSpPr/>
              <p:nvPr/>
            </p:nvSpPr>
            <p:spPr>
              <a:xfrm>
                <a:off x="5805021" y="3891228"/>
                <a:ext cx="26859" cy="39398"/>
              </a:xfrm>
              <a:custGeom>
                <a:avLst/>
                <a:gdLst/>
                <a:ahLst/>
                <a:cxnLst/>
                <a:rect l="l" t="t" r="r" b="b"/>
                <a:pathLst>
                  <a:path w="377" h="553" extrusionOk="0">
                    <a:moveTo>
                      <a:pt x="0" y="1"/>
                    </a:moveTo>
                    <a:lnTo>
                      <a:pt x="0" y="552"/>
                    </a:lnTo>
                    <a:lnTo>
                      <a:pt x="376" y="552"/>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99;p34">
                <a:extLst>
                  <a:ext uri="{FF2B5EF4-FFF2-40B4-BE49-F238E27FC236}">
                    <a16:creationId xmlns:a16="http://schemas.microsoft.com/office/drawing/2014/main" id="{C082B75D-B2ED-44D2-A778-C65D78C56973}"/>
                  </a:ext>
                </a:extLst>
              </p:cNvPr>
              <p:cNvSpPr/>
              <p:nvPr/>
            </p:nvSpPr>
            <p:spPr>
              <a:xfrm>
                <a:off x="5805021" y="3948368"/>
                <a:ext cx="26859" cy="39398"/>
              </a:xfrm>
              <a:custGeom>
                <a:avLst/>
                <a:gdLst/>
                <a:ahLst/>
                <a:cxnLst/>
                <a:rect l="l" t="t" r="r" b="b"/>
                <a:pathLst>
                  <a:path w="377" h="553" extrusionOk="0">
                    <a:moveTo>
                      <a:pt x="0" y="1"/>
                    </a:moveTo>
                    <a:lnTo>
                      <a:pt x="0" y="552"/>
                    </a:lnTo>
                    <a:lnTo>
                      <a:pt x="376" y="552"/>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00;p34">
                <a:extLst>
                  <a:ext uri="{FF2B5EF4-FFF2-40B4-BE49-F238E27FC236}">
                    <a16:creationId xmlns:a16="http://schemas.microsoft.com/office/drawing/2014/main" id="{21D56ED8-2B68-458D-BAD1-C83AD3C49993}"/>
                  </a:ext>
                </a:extLst>
              </p:cNvPr>
              <p:cNvSpPr/>
              <p:nvPr/>
            </p:nvSpPr>
            <p:spPr>
              <a:xfrm>
                <a:off x="5805021" y="4005508"/>
                <a:ext cx="26859" cy="39398"/>
              </a:xfrm>
              <a:custGeom>
                <a:avLst/>
                <a:gdLst/>
                <a:ahLst/>
                <a:cxnLst/>
                <a:rect l="l" t="t" r="r" b="b"/>
                <a:pathLst>
                  <a:path w="377" h="553" extrusionOk="0">
                    <a:moveTo>
                      <a:pt x="0" y="1"/>
                    </a:moveTo>
                    <a:lnTo>
                      <a:pt x="0" y="552"/>
                    </a:lnTo>
                    <a:lnTo>
                      <a:pt x="376" y="552"/>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01;p34">
                <a:extLst>
                  <a:ext uri="{FF2B5EF4-FFF2-40B4-BE49-F238E27FC236}">
                    <a16:creationId xmlns:a16="http://schemas.microsoft.com/office/drawing/2014/main" id="{FAA22762-9AF3-440E-AE56-B0A600F82423}"/>
                  </a:ext>
                </a:extLst>
              </p:cNvPr>
              <p:cNvSpPr/>
              <p:nvPr/>
            </p:nvSpPr>
            <p:spPr>
              <a:xfrm>
                <a:off x="5805021" y="4062648"/>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02;p34">
                <a:extLst>
                  <a:ext uri="{FF2B5EF4-FFF2-40B4-BE49-F238E27FC236}">
                    <a16:creationId xmlns:a16="http://schemas.microsoft.com/office/drawing/2014/main" id="{1CD4B9B3-68F7-4F1B-9378-366AD6BFE8D9}"/>
                  </a:ext>
                </a:extLst>
              </p:cNvPr>
              <p:cNvSpPr/>
              <p:nvPr/>
            </p:nvSpPr>
            <p:spPr>
              <a:xfrm>
                <a:off x="5805021" y="4119788"/>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03;p34">
                <a:extLst>
                  <a:ext uri="{FF2B5EF4-FFF2-40B4-BE49-F238E27FC236}">
                    <a16:creationId xmlns:a16="http://schemas.microsoft.com/office/drawing/2014/main" id="{3F37FC00-2E13-462D-A934-D2DAE831E82E}"/>
                  </a:ext>
                </a:extLst>
              </p:cNvPr>
              <p:cNvSpPr/>
              <p:nvPr/>
            </p:nvSpPr>
            <p:spPr>
              <a:xfrm>
                <a:off x="5805021" y="4176927"/>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04;p34">
                <a:extLst>
                  <a:ext uri="{FF2B5EF4-FFF2-40B4-BE49-F238E27FC236}">
                    <a16:creationId xmlns:a16="http://schemas.microsoft.com/office/drawing/2014/main" id="{44667A9A-795D-4751-A4DE-67A008352BCB}"/>
                  </a:ext>
                </a:extLst>
              </p:cNvPr>
              <p:cNvSpPr/>
              <p:nvPr/>
            </p:nvSpPr>
            <p:spPr>
              <a:xfrm>
                <a:off x="5805021" y="4234067"/>
                <a:ext cx="26859" cy="37617"/>
              </a:xfrm>
              <a:custGeom>
                <a:avLst/>
                <a:gdLst/>
                <a:ahLst/>
                <a:cxnLst/>
                <a:rect l="l" t="t" r="r" b="b"/>
                <a:pathLst>
                  <a:path w="377" h="528" extrusionOk="0">
                    <a:moveTo>
                      <a:pt x="0" y="1"/>
                    </a:moveTo>
                    <a:lnTo>
                      <a:pt x="0" y="527"/>
                    </a:lnTo>
                    <a:lnTo>
                      <a:pt x="376" y="527"/>
                    </a:lnTo>
                    <a:lnTo>
                      <a:pt x="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05;p34">
                <a:extLst>
                  <a:ext uri="{FF2B5EF4-FFF2-40B4-BE49-F238E27FC236}">
                    <a16:creationId xmlns:a16="http://schemas.microsoft.com/office/drawing/2014/main" id="{3205248B-9A97-44C2-9F97-B9B4D6180E3F}"/>
                  </a:ext>
                </a:extLst>
              </p:cNvPr>
              <p:cNvSpPr/>
              <p:nvPr/>
            </p:nvSpPr>
            <p:spPr>
              <a:xfrm>
                <a:off x="5010403" y="4035859"/>
                <a:ext cx="650039" cy="105443"/>
              </a:xfrm>
              <a:custGeom>
                <a:avLst/>
                <a:gdLst/>
                <a:ahLst/>
                <a:cxnLst/>
                <a:rect l="l" t="t" r="r" b="b"/>
                <a:pathLst>
                  <a:path w="9124" h="1480" extrusionOk="0">
                    <a:moveTo>
                      <a:pt x="201" y="1"/>
                    </a:moveTo>
                    <a:lnTo>
                      <a:pt x="0" y="176"/>
                    </a:lnTo>
                    <a:lnTo>
                      <a:pt x="752" y="1029"/>
                    </a:lnTo>
                    <a:cubicBezTo>
                      <a:pt x="930" y="1220"/>
                      <a:pt x="1175" y="1322"/>
                      <a:pt x="1422" y="1322"/>
                    </a:cubicBezTo>
                    <a:cubicBezTo>
                      <a:pt x="1628" y="1322"/>
                      <a:pt x="1835" y="1252"/>
                      <a:pt x="2005" y="1104"/>
                    </a:cubicBezTo>
                    <a:lnTo>
                      <a:pt x="2682" y="527"/>
                    </a:lnTo>
                    <a:cubicBezTo>
                      <a:pt x="2787" y="423"/>
                      <a:pt x="2908" y="371"/>
                      <a:pt x="3033" y="371"/>
                    </a:cubicBezTo>
                    <a:cubicBezTo>
                      <a:pt x="3058" y="371"/>
                      <a:pt x="3083" y="373"/>
                      <a:pt x="3108" y="377"/>
                    </a:cubicBezTo>
                    <a:cubicBezTo>
                      <a:pt x="3284" y="377"/>
                      <a:pt x="3434" y="452"/>
                      <a:pt x="3534" y="577"/>
                    </a:cubicBezTo>
                    <a:lnTo>
                      <a:pt x="4035" y="1129"/>
                    </a:lnTo>
                    <a:cubicBezTo>
                      <a:pt x="4186" y="1329"/>
                      <a:pt x="4411" y="1430"/>
                      <a:pt x="4637" y="1430"/>
                    </a:cubicBezTo>
                    <a:cubicBezTo>
                      <a:pt x="4668" y="1433"/>
                      <a:pt x="4699" y="1434"/>
                      <a:pt x="4730" y="1434"/>
                    </a:cubicBezTo>
                    <a:cubicBezTo>
                      <a:pt x="4943" y="1434"/>
                      <a:pt x="5135" y="1357"/>
                      <a:pt x="5289" y="1204"/>
                    </a:cubicBezTo>
                    <a:lnTo>
                      <a:pt x="5890" y="678"/>
                    </a:lnTo>
                    <a:cubicBezTo>
                      <a:pt x="5995" y="573"/>
                      <a:pt x="6116" y="521"/>
                      <a:pt x="6256" y="521"/>
                    </a:cubicBezTo>
                    <a:cubicBezTo>
                      <a:pt x="6283" y="521"/>
                      <a:pt x="6312" y="523"/>
                      <a:pt x="6341" y="527"/>
                    </a:cubicBezTo>
                    <a:cubicBezTo>
                      <a:pt x="6517" y="552"/>
                      <a:pt x="6667" y="628"/>
                      <a:pt x="6767" y="753"/>
                    </a:cubicBezTo>
                    <a:lnTo>
                      <a:pt x="7068" y="1129"/>
                    </a:lnTo>
                    <a:cubicBezTo>
                      <a:pt x="7244" y="1354"/>
                      <a:pt x="7469" y="1455"/>
                      <a:pt x="7720" y="1480"/>
                    </a:cubicBezTo>
                    <a:cubicBezTo>
                      <a:pt x="7995" y="1480"/>
                      <a:pt x="8221" y="1379"/>
                      <a:pt x="8396" y="1204"/>
                    </a:cubicBezTo>
                    <a:lnTo>
                      <a:pt x="9123" y="427"/>
                    </a:lnTo>
                    <a:lnTo>
                      <a:pt x="8948" y="252"/>
                    </a:lnTo>
                    <a:lnTo>
                      <a:pt x="8221" y="1029"/>
                    </a:lnTo>
                    <a:cubicBezTo>
                      <a:pt x="8112" y="1138"/>
                      <a:pt x="7965" y="1209"/>
                      <a:pt x="7813" y="1209"/>
                    </a:cubicBezTo>
                    <a:cubicBezTo>
                      <a:pt x="7790" y="1209"/>
                      <a:pt x="7767" y="1207"/>
                      <a:pt x="7745" y="1204"/>
                    </a:cubicBezTo>
                    <a:cubicBezTo>
                      <a:pt x="7569" y="1204"/>
                      <a:pt x="7394" y="1129"/>
                      <a:pt x="7294" y="978"/>
                    </a:cubicBezTo>
                    <a:lnTo>
                      <a:pt x="6968" y="602"/>
                    </a:lnTo>
                    <a:cubicBezTo>
                      <a:pt x="6843" y="402"/>
                      <a:pt x="6617" y="277"/>
                      <a:pt x="6366" y="252"/>
                    </a:cubicBezTo>
                    <a:cubicBezTo>
                      <a:pt x="6340" y="249"/>
                      <a:pt x="6315" y="248"/>
                      <a:pt x="6290" y="248"/>
                    </a:cubicBezTo>
                    <a:cubicBezTo>
                      <a:pt x="6069" y="248"/>
                      <a:pt x="5869" y="342"/>
                      <a:pt x="5690" y="477"/>
                    </a:cubicBezTo>
                    <a:lnTo>
                      <a:pt x="5113" y="1029"/>
                    </a:lnTo>
                    <a:cubicBezTo>
                      <a:pt x="4988" y="1129"/>
                      <a:pt x="4812" y="1179"/>
                      <a:pt x="4662" y="1179"/>
                    </a:cubicBezTo>
                    <a:cubicBezTo>
                      <a:pt x="4487" y="1154"/>
                      <a:pt x="4336" y="1079"/>
                      <a:pt x="4236" y="953"/>
                    </a:cubicBezTo>
                    <a:lnTo>
                      <a:pt x="3735" y="402"/>
                    </a:lnTo>
                    <a:cubicBezTo>
                      <a:pt x="3584" y="227"/>
                      <a:pt x="3384" y="126"/>
                      <a:pt x="3133" y="101"/>
                    </a:cubicBezTo>
                    <a:cubicBezTo>
                      <a:pt x="3105" y="98"/>
                      <a:pt x="3077" y="97"/>
                      <a:pt x="3049" y="97"/>
                    </a:cubicBezTo>
                    <a:cubicBezTo>
                      <a:pt x="2852" y="97"/>
                      <a:pt x="2660" y="173"/>
                      <a:pt x="2507" y="327"/>
                    </a:cubicBezTo>
                    <a:lnTo>
                      <a:pt x="1830" y="903"/>
                    </a:lnTo>
                    <a:cubicBezTo>
                      <a:pt x="1703" y="1007"/>
                      <a:pt x="1555" y="1058"/>
                      <a:pt x="1410" y="1058"/>
                    </a:cubicBezTo>
                    <a:cubicBezTo>
                      <a:pt x="1240" y="1058"/>
                      <a:pt x="1074" y="988"/>
                      <a:pt x="953" y="853"/>
                    </a:cubicBezTo>
                    <a:lnTo>
                      <a:pt x="201" y="1"/>
                    </a:lnTo>
                    <a:close/>
                  </a:path>
                </a:pathLst>
              </a:custGeom>
              <a:solidFill>
                <a:srgbClr val="F9AB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06;p34">
                <a:extLst>
                  <a:ext uri="{FF2B5EF4-FFF2-40B4-BE49-F238E27FC236}">
                    <a16:creationId xmlns:a16="http://schemas.microsoft.com/office/drawing/2014/main" id="{90021684-CD2B-46F2-A46B-43DBB7823560}"/>
                  </a:ext>
                </a:extLst>
              </p:cNvPr>
              <p:cNvSpPr/>
              <p:nvPr/>
            </p:nvSpPr>
            <p:spPr>
              <a:xfrm>
                <a:off x="3837250" y="2596675"/>
                <a:ext cx="1823160" cy="1139279"/>
              </a:xfrm>
              <a:custGeom>
                <a:avLst/>
                <a:gdLst/>
                <a:ahLst/>
                <a:cxnLst/>
                <a:rect l="l" t="t" r="r" b="b"/>
                <a:pathLst>
                  <a:path w="25590" h="15991" extrusionOk="0">
                    <a:moveTo>
                      <a:pt x="1053" y="0"/>
                    </a:moveTo>
                    <a:cubicBezTo>
                      <a:pt x="476" y="0"/>
                      <a:pt x="0" y="451"/>
                      <a:pt x="0" y="1028"/>
                    </a:cubicBezTo>
                    <a:lnTo>
                      <a:pt x="0" y="14963"/>
                    </a:lnTo>
                    <a:cubicBezTo>
                      <a:pt x="0" y="15539"/>
                      <a:pt x="476" y="15990"/>
                      <a:pt x="1053" y="15990"/>
                    </a:cubicBezTo>
                    <a:lnTo>
                      <a:pt x="24512" y="15990"/>
                    </a:lnTo>
                    <a:cubicBezTo>
                      <a:pt x="25113" y="15990"/>
                      <a:pt x="25589" y="15539"/>
                      <a:pt x="25589" y="14963"/>
                    </a:cubicBezTo>
                    <a:lnTo>
                      <a:pt x="25589" y="1028"/>
                    </a:lnTo>
                    <a:cubicBezTo>
                      <a:pt x="25589" y="451"/>
                      <a:pt x="25113" y="0"/>
                      <a:pt x="245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07;p34">
                <a:extLst>
                  <a:ext uri="{FF2B5EF4-FFF2-40B4-BE49-F238E27FC236}">
                    <a16:creationId xmlns:a16="http://schemas.microsoft.com/office/drawing/2014/main" id="{BA71F1A8-D3B3-4A52-8075-6181A7886349}"/>
                  </a:ext>
                </a:extLst>
              </p:cNvPr>
              <p:cNvSpPr/>
              <p:nvPr/>
            </p:nvSpPr>
            <p:spPr>
              <a:xfrm>
                <a:off x="3837250" y="2596675"/>
                <a:ext cx="1823160" cy="207180"/>
              </a:xfrm>
              <a:custGeom>
                <a:avLst/>
                <a:gdLst/>
                <a:ahLst/>
                <a:cxnLst/>
                <a:rect l="l" t="t" r="r" b="b"/>
                <a:pathLst>
                  <a:path w="25590" h="2908" extrusionOk="0">
                    <a:moveTo>
                      <a:pt x="1053" y="0"/>
                    </a:moveTo>
                    <a:cubicBezTo>
                      <a:pt x="476" y="0"/>
                      <a:pt x="0" y="451"/>
                      <a:pt x="0" y="1028"/>
                    </a:cubicBezTo>
                    <a:lnTo>
                      <a:pt x="0" y="2908"/>
                    </a:lnTo>
                    <a:lnTo>
                      <a:pt x="25589" y="2908"/>
                    </a:lnTo>
                    <a:lnTo>
                      <a:pt x="25589" y="1028"/>
                    </a:lnTo>
                    <a:cubicBezTo>
                      <a:pt x="25589" y="451"/>
                      <a:pt x="25113" y="0"/>
                      <a:pt x="24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08;p34">
                <a:extLst>
                  <a:ext uri="{FF2B5EF4-FFF2-40B4-BE49-F238E27FC236}">
                    <a16:creationId xmlns:a16="http://schemas.microsoft.com/office/drawing/2014/main" id="{291D24C1-4739-4A1E-BF0C-24F17F792039}"/>
                  </a:ext>
                </a:extLst>
              </p:cNvPr>
              <p:cNvSpPr/>
              <p:nvPr/>
            </p:nvSpPr>
            <p:spPr>
              <a:xfrm>
                <a:off x="3946115" y="2664502"/>
                <a:ext cx="75092" cy="73311"/>
              </a:xfrm>
              <a:custGeom>
                <a:avLst/>
                <a:gdLst/>
                <a:ahLst/>
                <a:cxnLst/>
                <a:rect l="l" t="t" r="r" b="b"/>
                <a:pathLst>
                  <a:path w="1054" h="1029" extrusionOk="0">
                    <a:moveTo>
                      <a:pt x="527" y="1"/>
                    </a:moveTo>
                    <a:cubicBezTo>
                      <a:pt x="227" y="1"/>
                      <a:pt x="1" y="226"/>
                      <a:pt x="1" y="502"/>
                    </a:cubicBezTo>
                    <a:cubicBezTo>
                      <a:pt x="1" y="803"/>
                      <a:pt x="227" y="1028"/>
                      <a:pt x="527" y="1028"/>
                    </a:cubicBezTo>
                    <a:cubicBezTo>
                      <a:pt x="803" y="1028"/>
                      <a:pt x="1054" y="803"/>
                      <a:pt x="1054" y="502"/>
                    </a:cubicBezTo>
                    <a:cubicBezTo>
                      <a:pt x="1054" y="226"/>
                      <a:pt x="803" y="1"/>
                      <a:pt x="5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09;p34">
                <a:extLst>
                  <a:ext uri="{FF2B5EF4-FFF2-40B4-BE49-F238E27FC236}">
                    <a16:creationId xmlns:a16="http://schemas.microsoft.com/office/drawing/2014/main" id="{6CF9BAD2-D4E5-481E-9B3A-68DDE4B514FC}"/>
                  </a:ext>
                </a:extLst>
              </p:cNvPr>
              <p:cNvSpPr/>
              <p:nvPr/>
            </p:nvSpPr>
            <p:spPr>
              <a:xfrm>
                <a:off x="4040803" y="2664502"/>
                <a:ext cx="75021" cy="73311"/>
              </a:xfrm>
              <a:custGeom>
                <a:avLst/>
                <a:gdLst/>
                <a:ahLst/>
                <a:cxnLst/>
                <a:rect l="l" t="t" r="r" b="b"/>
                <a:pathLst>
                  <a:path w="1053" h="1029" extrusionOk="0">
                    <a:moveTo>
                      <a:pt x="527" y="1"/>
                    </a:moveTo>
                    <a:cubicBezTo>
                      <a:pt x="251" y="1"/>
                      <a:pt x="0" y="226"/>
                      <a:pt x="0" y="502"/>
                    </a:cubicBezTo>
                    <a:cubicBezTo>
                      <a:pt x="0" y="803"/>
                      <a:pt x="251" y="1028"/>
                      <a:pt x="527" y="1028"/>
                    </a:cubicBezTo>
                    <a:cubicBezTo>
                      <a:pt x="827" y="1028"/>
                      <a:pt x="1053" y="803"/>
                      <a:pt x="1053" y="502"/>
                    </a:cubicBezTo>
                    <a:cubicBezTo>
                      <a:pt x="1053" y="226"/>
                      <a:pt x="827" y="1"/>
                      <a:pt x="5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10;p34">
                <a:extLst>
                  <a:ext uri="{FF2B5EF4-FFF2-40B4-BE49-F238E27FC236}">
                    <a16:creationId xmlns:a16="http://schemas.microsoft.com/office/drawing/2014/main" id="{222E3186-F03C-4358-8B50-D71BD32ED5B0}"/>
                  </a:ext>
                </a:extLst>
              </p:cNvPr>
              <p:cNvSpPr/>
              <p:nvPr/>
            </p:nvSpPr>
            <p:spPr>
              <a:xfrm>
                <a:off x="4133637" y="2664502"/>
                <a:ext cx="75092" cy="73311"/>
              </a:xfrm>
              <a:custGeom>
                <a:avLst/>
                <a:gdLst/>
                <a:ahLst/>
                <a:cxnLst/>
                <a:rect l="l" t="t" r="r" b="b"/>
                <a:pathLst>
                  <a:path w="1054" h="1029" extrusionOk="0">
                    <a:moveTo>
                      <a:pt x="527" y="1"/>
                    </a:moveTo>
                    <a:cubicBezTo>
                      <a:pt x="226" y="1"/>
                      <a:pt x="1" y="226"/>
                      <a:pt x="1" y="502"/>
                    </a:cubicBezTo>
                    <a:cubicBezTo>
                      <a:pt x="1" y="803"/>
                      <a:pt x="226" y="1028"/>
                      <a:pt x="527" y="1028"/>
                    </a:cubicBezTo>
                    <a:cubicBezTo>
                      <a:pt x="803" y="1028"/>
                      <a:pt x="1053" y="803"/>
                      <a:pt x="1053" y="502"/>
                    </a:cubicBezTo>
                    <a:cubicBezTo>
                      <a:pt x="1053" y="226"/>
                      <a:pt x="803" y="1"/>
                      <a:pt x="5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11;p34">
                <a:extLst>
                  <a:ext uri="{FF2B5EF4-FFF2-40B4-BE49-F238E27FC236}">
                    <a16:creationId xmlns:a16="http://schemas.microsoft.com/office/drawing/2014/main" id="{2E462663-5645-4FFD-B72E-5047CC20889B}"/>
                  </a:ext>
                </a:extLst>
              </p:cNvPr>
              <p:cNvSpPr/>
              <p:nvPr/>
            </p:nvSpPr>
            <p:spPr>
              <a:xfrm>
                <a:off x="4030044" y="3252002"/>
                <a:ext cx="226844" cy="353589"/>
              </a:xfrm>
              <a:custGeom>
                <a:avLst/>
                <a:gdLst/>
                <a:ahLst/>
                <a:cxnLst/>
                <a:rect l="l" t="t" r="r" b="b"/>
                <a:pathLst>
                  <a:path w="3184" h="4963" extrusionOk="0">
                    <a:moveTo>
                      <a:pt x="1" y="0"/>
                    </a:moveTo>
                    <a:lnTo>
                      <a:pt x="1" y="4963"/>
                    </a:lnTo>
                    <a:lnTo>
                      <a:pt x="3184" y="4963"/>
                    </a:lnTo>
                    <a:lnTo>
                      <a:pt x="31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12;p34">
                <a:extLst>
                  <a:ext uri="{FF2B5EF4-FFF2-40B4-BE49-F238E27FC236}">
                    <a16:creationId xmlns:a16="http://schemas.microsoft.com/office/drawing/2014/main" id="{8FCF9E93-D5BB-40EA-80EB-250E116A862E}"/>
                  </a:ext>
                </a:extLst>
              </p:cNvPr>
              <p:cNvSpPr/>
              <p:nvPr/>
            </p:nvSpPr>
            <p:spPr>
              <a:xfrm>
                <a:off x="4313964" y="3143066"/>
                <a:ext cx="226844" cy="462523"/>
              </a:xfrm>
              <a:custGeom>
                <a:avLst/>
                <a:gdLst/>
                <a:ahLst/>
                <a:cxnLst/>
                <a:rect l="l" t="t" r="r" b="b"/>
                <a:pathLst>
                  <a:path w="3184" h="6492" extrusionOk="0">
                    <a:moveTo>
                      <a:pt x="1" y="1"/>
                    </a:moveTo>
                    <a:lnTo>
                      <a:pt x="1" y="6492"/>
                    </a:lnTo>
                    <a:lnTo>
                      <a:pt x="3184" y="6492"/>
                    </a:lnTo>
                    <a:lnTo>
                      <a:pt x="31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13;p34">
                <a:extLst>
                  <a:ext uri="{FF2B5EF4-FFF2-40B4-BE49-F238E27FC236}">
                    <a16:creationId xmlns:a16="http://schemas.microsoft.com/office/drawing/2014/main" id="{E35D6D0F-6A96-4302-81C4-088B6CA2A632}"/>
                  </a:ext>
                </a:extLst>
              </p:cNvPr>
              <p:cNvSpPr/>
              <p:nvPr/>
            </p:nvSpPr>
            <p:spPr>
              <a:xfrm>
                <a:off x="4590758" y="3034130"/>
                <a:ext cx="226844" cy="571456"/>
              </a:xfrm>
              <a:custGeom>
                <a:avLst/>
                <a:gdLst/>
                <a:ahLst/>
                <a:cxnLst/>
                <a:rect l="l" t="t" r="r" b="b"/>
                <a:pathLst>
                  <a:path w="3184" h="8021" extrusionOk="0">
                    <a:moveTo>
                      <a:pt x="1" y="1"/>
                    </a:moveTo>
                    <a:lnTo>
                      <a:pt x="1" y="8021"/>
                    </a:lnTo>
                    <a:lnTo>
                      <a:pt x="3184" y="8021"/>
                    </a:lnTo>
                    <a:lnTo>
                      <a:pt x="31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14;p34">
                <a:extLst>
                  <a:ext uri="{FF2B5EF4-FFF2-40B4-BE49-F238E27FC236}">
                    <a16:creationId xmlns:a16="http://schemas.microsoft.com/office/drawing/2014/main" id="{3634C6DE-9225-4499-9871-D29E2E1F9F99}"/>
                  </a:ext>
                </a:extLst>
              </p:cNvPr>
              <p:cNvSpPr/>
              <p:nvPr/>
            </p:nvSpPr>
            <p:spPr>
              <a:xfrm>
                <a:off x="4880021" y="2873469"/>
                <a:ext cx="228625" cy="732114"/>
              </a:xfrm>
              <a:custGeom>
                <a:avLst/>
                <a:gdLst/>
                <a:ahLst/>
                <a:cxnLst/>
                <a:rect l="l" t="t" r="r" b="b"/>
                <a:pathLst>
                  <a:path w="3209" h="10276" extrusionOk="0">
                    <a:moveTo>
                      <a:pt x="1" y="0"/>
                    </a:moveTo>
                    <a:lnTo>
                      <a:pt x="1" y="10276"/>
                    </a:lnTo>
                    <a:lnTo>
                      <a:pt x="3209" y="10276"/>
                    </a:lnTo>
                    <a:lnTo>
                      <a:pt x="32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15;p34">
                <a:extLst>
                  <a:ext uri="{FF2B5EF4-FFF2-40B4-BE49-F238E27FC236}">
                    <a16:creationId xmlns:a16="http://schemas.microsoft.com/office/drawing/2014/main" id="{2F6512E5-B0A6-4352-98D9-9F7567777BCE}"/>
                  </a:ext>
                </a:extLst>
              </p:cNvPr>
              <p:cNvSpPr/>
              <p:nvPr/>
            </p:nvSpPr>
            <p:spPr>
              <a:xfrm>
                <a:off x="5165721" y="3135941"/>
                <a:ext cx="226844" cy="469647"/>
              </a:xfrm>
              <a:custGeom>
                <a:avLst/>
                <a:gdLst/>
                <a:ahLst/>
                <a:cxnLst/>
                <a:rect l="l" t="t" r="r" b="b"/>
                <a:pathLst>
                  <a:path w="3184" h="6592" extrusionOk="0">
                    <a:moveTo>
                      <a:pt x="1" y="0"/>
                    </a:moveTo>
                    <a:lnTo>
                      <a:pt x="1" y="6592"/>
                    </a:lnTo>
                    <a:lnTo>
                      <a:pt x="3184" y="6592"/>
                    </a:lnTo>
                    <a:lnTo>
                      <a:pt x="31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16;p34">
                <a:extLst>
                  <a:ext uri="{FF2B5EF4-FFF2-40B4-BE49-F238E27FC236}">
                    <a16:creationId xmlns:a16="http://schemas.microsoft.com/office/drawing/2014/main" id="{F6E32C4E-0694-4F89-AC98-B89CB697A643}"/>
                  </a:ext>
                </a:extLst>
              </p:cNvPr>
              <p:cNvSpPr/>
              <p:nvPr/>
            </p:nvSpPr>
            <p:spPr>
              <a:xfrm>
                <a:off x="5465742" y="2721642"/>
                <a:ext cx="226844" cy="883937"/>
              </a:xfrm>
              <a:custGeom>
                <a:avLst/>
                <a:gdLst/>
                <a:ahLst/>
                <a:cxnLst/>
                <a:rect l="l" t="t" r="r" b="b"/>
                <a:pathLst>
                  <a:path w="3184" h="12407" extrusionOk="0">
                    <a:moveTo>
                      <a:pt x="0" y="1"/>
                    </a:moveTo>
                    <a:lnTo>
                      <a:pt x="0" y="12407"/>
                    </a:lnTo>
                    <a:lnTo>
                      <a:pt x="3183" y="12407"/>
                    </a:lnTo>
                    <a:lnTo>
                      <a:pt x="31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17;p34">
                <a:extLst>
                  <a:ext uri="{FF2B5EF4-FFF2-40B4-BE49-F238E27FC236}">
                    <a16:creationId xmlns:a16="http://schemas.microsoft.com/office/drawing/2014/main" id="{353CDCBB-C9D4-4E0F-BAA3-59B9A8F63B0D}"/>
                  </a:ext>
                </a:extLst>
              </p:cNvPr>
              <p:cNvSpPr/>
              <p:nvPr/>
            </p:nvSpPr>
            <p:spPr>
              <a:xfrm>
                <a:off x="3908639" y="2869835"/>
                <a:ext cx="1910648" cy="807206"/>
              </a:xfrm>
              <a:custGeom>
                <a:avLst/>
                <a:gdLst/>
                <a:ahLst/>
                <a:cxnLst/>
                <a:rect l="l" t="t" r="r" b="b"/>
                <a:pathLst>
                  <a:path w="26818" h="11330" extrusionOk="0">
                    <a:moveTo>
                      <a:pt x="1" y="1"/>
                    </a:moveTo>
                    <a:lnTo>
                      <a:pt x="1" y="11329"/>
                    </a:lnTo>
                    <a:lnTo>
                      <a:pt x="26818" y="11329"/>
                    </a:lnTo>
                    <a:lnTo>
                      <a:pt x="26818" y="10928"/>
                    </a:lnTo>
                    <a:lnTo>
                      <a:pt x="427" y="10928"/>
                    </a:lnTo>
                    <a:lnTo>
                      <a:pt x="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18;p34">
                <a:extLst>
                  <a:ext uri="{FF2B5EF4-FFF2-40B4-BE49-F238E27FC236}">
                    <a16:creationId xmlns:a16="http://schemas.microsoft.com/office/drawing/2014/main" id="{D0DCAC71-9C2A-41EC-B67B-A3BF5D2A965F}"/>
                  </a:ext>
                </a:extLst>
              </p:cNvPr>
              <p:cNvSpPr/>
              <p:nvPr/>
            </p:nvSpPr>
            <p:spPr>
              <a:xfrm>
                <a:off x="3217615" y="3034130"/>
                <a:ext cx="544668" cy="23297"/>
              </a:xfrm>
              <a:custGeom>
                <a:avLst/>
                <a:gdLst/>
                <a:ahLst/>
                <a:cxnLst/>
                <a:rect l="l" t="t" r="r" b="b"/>
                <a:pathLst>
                  <a:path w="7645" h="327" extrusionOk="0">
                    <a:moveTo>
                      <a:pt x="0" y="1"/>
                    </a:moveTo>
                    <a:lnTo>
                      <a:pt x="0" y="327"/>
                    </a:lnTo>
                    <a:lnTo>
                      <a:pt x="7644" y="327"/>
                    </a:lnTo>
                    <a:lnTo>
                      <a:pt x="76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19;p34">
                <a:extLst>
                  <a:ext uri="{FF2B5EF4-FFF2-40B4-BE49-F238E27FC236}">
                    <a16:creationId xmlns:a16="http://schemas.microsoft.com/office/drawing/2014/main" id="{BEFE7E7A-1179-44FE-8C4B-CD8CCBF573F6}"/>
                  </a:ext>
                </a:extLst>
              </p:cNvPr>
              <p:cNvSpPr/>
              <p:nvPr/>
            </p:nvSpPr>
            <p:spPr>
              <a:xfrm>
                <a:off x="3228302" y="3109153"/>
                <a:ext cx="300084" cy="21516"/>
              </a:xfrm>
              <a:custGeom>
                <a:avLst/>
                <a:gdLst/>
                <a:ahLst/>
                <a:cxnLst/>
                <a:rect l="l" t="t" r="r" b="b"/>
                <a:pathLst>
                  <a:path w="4212" h="302" extrusionOk="0">
                    <a:moveTo>
                      <a:pt x="1" y="0"/>
                    </a:moveTo>
                    <a:lnTo>
                      <a:pt x="1" y="301"/>
                    </a:lnTo>
                    <a:lnTo>
                      <a:pt x="4211" y="301"/>
                    </a:lnTo>
                    <a:lnTo>
                      <a:pt x="42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20;p34">
                <a:extLst>
                  <a:ext uri="{FF2B5EF4-FFF2-40B4-BE49-F238E27FC236}">
                    <a16:creationId xmlns:a16="http://schemas.microsoft.com/office/drawing/2014/main" id="{4FA496B5-9208-43EF-9EBD-DC95141B099B}"/>
                  </a:ext>
                </a:extLst>
              </p:cNvPr>
              <p:cNvSpPr/>
              <p:nvPr/>
            </p:nvSpPr>
            <p:spPr>
              <a:xfrm>
                <a:off x="3547916" y="3321610"/>
                <a:ext cx="150113" cy="150113"/>
              </a:xfrm>
              <a:custGeom>
                <a:avLst/>
                <a:gdLst/>
                <a:ahLst/>
                <a:cxnLst/>
                <a:rect l="l" t="t" r="r" b="b"/>
                <a:pathLst>
                  <a:path w="2107" h="2107" extrusionOk="0">
                    <a:moveTo>
                      <a:pt x="1054" y="427"/>
                    </a:moveTo>
                    <a:cubicBezTo>
                      <a:pt x="1404" y="427"/>
                      <a:pt x="1680" y="703"/>
                      <a:pt x="1680" y="1053"/>
                    </a:cubicBezTo>
                    <a:cubicBezTo>
                      <a:pt x="1680" y="1404"/>
                      <a:pt x="1404" y="1705"/>
                      <a:pt x="1054" y="1705"/>
                    </a:cubicBezTo>
                    <a:cubicBezTo>
                      <a:pt x="703" y="1705"/>
                      <a:pt x="427" y="1404"/>
                      <a:pt x="427" y="1053"/>
                    </a:cubicBezTo>
                    <a:cubicBezTo>
                      <a:pt x="427" y="703"/>
                      <a:pt x="703" y="427"/>
                      <a:pt x="1054" y="427"/>
                    </a:cubicBezTo>
                    <a:close/>
                    <a:moveTo>
                      <a:pt x="1054" y="1"/>
                    </a:moveTo>
                    <a:cubicBezTo>
                      <a:pt x="477" y="1"/>
                      <a:pt x="1" y="477"/>
                      <a:pt x="1" y="1053"/>
                    </a:cubicBezTo>
                    <a:cubicBezTo>
                      <a:pt x="1" y="1630"/>
                      <a:pt x="477" y="2106"/>
                      <a:pt x="1054" y="2106"/>
                    </a:cubicBezTo>
                    <a:cubicBezTo>
                      <a:pt x="1630" y="2106"/>
                      <a:pt x="2106" y="1630"/>
                      <a:pt x="2106" y="1053"/>
                    </a:cubicBezTo>
                    <a:cubicBezTo>
                      <a:pt x="2106" y="477"/>
                      <a:pt x="1630" y="1"/>
                      <a:pt x="10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521;p34">
                <a:extLst>
                  <a:ext uri="{FF2B5EF4-FFF2-40B4-BE49-F238E27FC236}">
                    <a16:creationId xmlns:a16="http://schemas.microsoft.com/office/drawing/2014/main" id="{79CD0752-0C96-4238-8D89-10CA72B25FB8}"/>
                  </a:ext>
                </a:extLst>
              </p:cNvPr>
              <p:cNvSpPr/>
              <p:nvPr/>
            </p:nvSpPr>
            <p:spPr>
              <a:xfrm>
                <a:off x="5846059" y="3373407"/>
                <a:ext cx="109005" cy="110786"/>
              </a:xfrm>
              <a:custGeom>
                <a:avLst/>
                <a:gdLst/>
                <a:ahLst/>
                <a:cxnLst/>
                <a:rect l="l" t="t" r="r" b="b"/>
                <a:pathLst>
                  <a:path w="1530" h="1555" extrusionOk="0">
                    <a:moveTo>
                      <a:pt x="778" y="1"/>
                    </a:moveTo>
                    <a:cubicBezTo>
                      <a:pt x="352" y="1"/>
                      <a:pt x="1" y="352"/>
                      <a:pt x="1" y="778"/>
                    </a:cubicBezTo>
                    <a:cubicBezTo>
                      <a:pt x="1" y="1204"/>
                      <a:pt x="352" y="1555"/>
                      <a:pt x="778" y="1555"/>
                    </a:cubicBezTo>
                    <a:cubicBezTo>
                      <a:pt x="1179" y="1555"/>
                      <a:pt x="1530" y="1204"/>
                      <a:pt x="1530" y="778"/>
                    </a:cubicBezTo>
                    <a:cubicBezTo>
                      <a:pt x="1530" y="352"/>
                      <a:pt x="1179" y="1"/>
                      <a:pt x="7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522;p34">
                <a:extLst>
                  <a:ext uri="{FF2B5EF4-FFF2-40B4-BE49-F238E27FC236}">
                    <a16:creationId xmlns:a16="http://schemas.microsoft.com/office/drawing/2014/main" id="{527166DC-F5A7-44E4-AADD-AA8C6D871B83}"/>
                  </a:ext>
                </a:extLst>
              </p:cNvPr>
              <p:cNvSpPr/>
              <p:nvPr/>
            </p:nvSpPr>
            <p:spPr>
              <a:xfrm>
                <a:off x="3040851" y="3894790"/>
                <a:ext cx="108934" cy="109005"/>
              </a:xfrm>
              <a:custGeom>
                <a:avLst/>
                <a:gdLst/>
                <a:ahLst/>
                <a:cxnLst/>
                <a:rect l="l" t="t" r="r" b="b"/>
                <a:pathLst>
                  <a:path w="1529" h="1530" extrusionOk="0">
                    <a:moveTo>
                      <a:pt x="752" y="1"/>
                    </a:moveTo>
                    <a:cubicBezTo>
                      <a:pt x="326" y="1"/>
                      <a:pt x="0" y="352"/>
                      <a:pt x="0" y="778"/>
                    </a:cubicBezTo>
                    <a:cubicBezTo>
                      <a:pt x="0" y="1204"/>
                      <a:pt x="326" y="1530"/>
                      <a:pt x="752" y="1530"/>
                    </a:cubicBezTo>
                    <a:cubicBezTo>
                      <a:pt x="1178" y="1530"/>
                      <a:pt x="1529" y="1204"/>
                      <a:pt x="1529" y="778"/>
                    </a:cubicBezTo>
                    <a:cubicBezTo>
                      <a:pt x="1529" y="352"/>
                      <a:pt x="1178" y="1"/>
                      <a:pt x="7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523;p34">
                <a:extLst>
                  <a:ext uri="{FF2B5EF4-FFF2-40B4-BE49-F238E27FC236}">
                    <a16:creationId xmlns:a16="http://schemas.microsoft.com/office/drawing/2014/main" id="{08CDD4A6-255E-4503-94E4-CF9B64CD9D26}"/>
                  </a:ext>
                </a:extLst>
              </p:cNvPr>
              <p:cNvSpPr/>
              <p:nvPr/>
            </p:nvSpPr>
            <p:spPr>
              <a:xfrm>
                <a:off x="6097846" y="3134160"/>
                <a:ext cx="109005" cy="110786"/>
              </a:xfrm>
              <a:custGeom>
                <a:avLst/>
                <a:gdLst/>
                <a:ahLst/>
                <a:cxnLst/>
                <a:rect l="l" t="t" r="r" b="b"/>
                <a:pathLst>
                  <a:path w="1530" h="1555" extrusionOk="0">
                    <a:moveTo>
                      <a:pt x="778" y="0"/>
                    </a:moveTo>
                    <a:cubicBezTo>
                      <a:pt x="351" y="0"/>
                      <a:pt x="1" y="351"/>
                      <a:pt x="1" y="777"/>
                    </a:cubicBezTo>
                    <a:cubicBezTo>
                      <a:pt x="1" y="1203"/>
                      <a:pt x="351" y="1554"/>
                      <a:pt x="778" y="1554"/>
                    </a:cubicBezTo>
                    <a:cubicBezTo>
                      <a:pt x="1204" y="1554"/>
                      <a:pt x="1529" y="1203"/>
                      <a:pt x="1529" y="777"/>
                    </a:cubicBezTo>
                    <a:cubicBezTo>
                      <a:pt x="1529" y="351"/>
                      <a:pt x="1204" y="0"/>
                      <a:pt x="7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524;p34">
                <a:extLst>
                  <a:ext uri="{FF2B5EF4-FFF2-40B4-BE49-F238E27FC236}">
                    <a16:creationId xmlns:a16="http://schemas.microsoft.com/office/drawing/2014/main" id="{7936D473-7918-40BE-8411-AA8D30F93471}"/>
                  </a:ext>
                </a:extLst>
              </p:cNvPr>
              <p:cNvSpPr/>
              <p:nvPr/>
            </p:nvSpPr>
            <p:spPr>
              <a:xfrm>
                <a:off x="3286511" y="3737905"/>
                <a:ext cx="1157874" cy="970927"/>
              </a:xfrm>
              <a:custGeom>
                <a:avLst/>
                <a:gdLst/>
                <a:ahLst/>
                <a:cxnLst/>
                <a:rect l="l" t="t" r="r" b="b"/>
                <a:pathLst>
                  <a:path w="16252" h="13628" extrusionOk="0">
                    <a:moveTo>
                      <a:pt x="7865" y="0"/>
                    </a:moveTo>
                    <a:cubicBezTo>
                      <a:pt x="6457" y="0"/>
                      <a:pt x="5038" y="926"/>
                      <a:pt x="4297" y="2529"/>
                    </a:cubicBezTo>
                    <a:cubicBezTo>
                      <a:pt x="1" y="11932"/>
                      <a:pt x="2995" y="13627"/>
                      <a:pt x="8305" y="13627"/>
                    </a:cubicBezTo>
                    <a:cubicBezTo>
                      <a:pt x="9223" y="13627"/>
                      <a:pt x="10209" y="13576"/>
                      <a:pt x="11239" y="13506"/>
                    </a:cubicBezTo>
                    <a:cubicBezTo>
                      <a:pt x="16251" y="13155"/>
                      <a:pt x="16251" y="8945"/>
                      <a:pt x="14823" y="7391"/>
                    </a:cubicBezTo>
                    <a:cubicBezTo>
                      <a:pt x="13495" y="5962"/>
                      <a:pt x="12317" y="3782"/>
                      <a:pt x="10537" y="1401"/>
                    </a:cubicBezTo>
                    <a:cubicBezTo>
                      <a:pt x="9801" y="440"/>
                      <a:pt x="8835" y="0"/>
                      <a:pt x="78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525;p34">
                <a:extLst>
                  <a:ext uri="{FF2B5EF4-FFF2-40B4-BE49-F238E27FC236}">
                    <a16:creationId xmlns:a16="http://schemas.microsoft.com/office/drawing/2014/main" id="{D674D83C-C65E-48BB-95F6-F4EA58AAC4ED}"/>
                  </a:ext>
                </a:extLst>
              </p:cNvPr>
              <p:cNvSpPr/>
              <p:nvPr/>
            </p:nvSpPr>
            <p:spPr>
              <a:xfrm>
                <a:off x="3587244" y="3829742"/>
                <a:ext cx="819674" cy="751136"/>
              </a:xfrm>
              <a:custGeom>
                <a:avLst/>
                <a:gdLst/>
                <a:ahLst/>
                <a:cxnLst/>
                <a:rect l="l" t="t" r="r" b="b"/>
                <a:pathLst>
                  <a:path w="11505" h="10543" extrusionOk="0">
                    <a:moveTo>
                      <a:pt x="3478" y="0"/>
                    </a:moveTo>
                    <a:cubicBezTo>
                      <a:pt x="3032" y="0"/>
                      <a:pt x="2594" y="175"/>
                      <a:pt x="2181" y="588"/>
                    </a:cubicBezTo>
                    <a:cubicBezTo>
                      <a:pt x="2181" y="588"/>
                      <a:pt x="0" y="3069"/>
                      <a:pt x="702" y="7079"/>
                    </a:cubicBezTo>
                    <a:cubicBezTo>
                      <a:pt x="994" y="8750"/>
                      <a:pt x="2175" y="10543"/>
                      <a:pt x="5112" y="10543"/>
                    </a:cubicBezTo>
                    <a:cubicBezTo>
                      <a:pt x="5700" y="10543"/>
                      <a:pt x="6358" y="10471"/>
                      <a:pt x="7093" y="10313"/>
                    </a:cubicBezTo>
                    <a:cubicBezTo>
                      <a:pt x="11504" y="9360"/>
                      <a:pt x="8923" y="5826"/>
                      <a:pt x="8672" y="5350"/>
                    </a:cubicBezTo>
                    <a:cubicBezTo>
                      <a:pt x="8377" y="4824"/>
                      <a:pt x="5819" y="0"/>
                      <a:pt x="34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526;p34">
                <a:extLst>
                  <a:ext uri="{FF2B5EF4-FFF2-40B4-BE49-F238E27FC236}">
                    <a16:creationId xmlns:a16="http://schemas.microsoft.com/office/drawing/2014/main" id="{939F0ADA-6B8C-4C8F-ABCD-089E52BF0854}"/>
                  </a:ext>
                </a:extLst>
              </p:cNvPr>
              <p:cNvSpPr/>
              <p:nvPr/>
            </p:nvSpPr>
            <p:spPr>
              <a:xfrm>
                <a:off x="4062675" y="4415034"/>
                <a:ext cx="247790" cy="367339"/>
              </a:xfrm>
              <a:custGeom>
                <a:avLst/>
                <a:gdLst/>
                <a:ahLst/>
                <a:cxnLst/>
                <a:rect l="l" t="t" r="r" b="b"/>
                <a:pathLst>
                  <a:path w="3478" h="5156" extrusionOk="0">
                    <a:moveTo>
                      <a:pt x="650" y="0"/>
                    </a:moveTo>
                    <a:cubicBezTo>
                      <a:pt x="126" y="0"/>
                      <a:pt x="0" y="760"/>
                      <a:pt x="19" y="970"/>
                    </a:cubicBezTo>
                    <a:cubicBezTo>
                      <a:pt x="169" y="2599"/>
                      <a:pt x="2676" y="5105"/>
                      <a:pt x="2676" y="5105"/>
                    </a:cubicBezTo>
                    <a:cubicBezTo>
                      <a:pt x="2676" y="5105"/>
                      <a:pt x="2845" y="5155"/>
                      <a:pt x="3020" y="5155"/>
                    </a:cubicBezTo>
                    <a:cubicBezTo>
                      <a:pt x="3196" y="5155"/>
                      <a:pt x="3378" y="5105"/>
                      <a:pt x="3403" y="4905"/>
                    </a:cubicBezTo>
                    <a:cubicBezTo>
                      <a:pt x="3478" y="4504"/>
                      <a:pt x="2300" y="1095"/>
                      <a:pt x="1272" y="268"/>
                    </a:cubicBezTo>
                    <a:cubicBezTo>
                      <a:pt x="1020" y="76"/>
                      <a:pt x="815" y="0"/>
                      <a:pt x="650" y="0"/>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527;p34">
                <a:extLst>
                  <a:ext uri="{FF2B5EF4-FFF2-40B4-BE49-F238E27FC236}">
                    <a16:creationId xmlns:a16="http://schemas.microsoft.com/office/drawing/2014/main" id="{845D8301-2976-4B69-8442-15DFD4183752}"/>
                  </a:ext>
                </a:extLst>
              </p:cNvPr>
              <p:cNvSpPr/>
              <p:nvPr/>
            </p:nvSpPr>
            <p:spPr>
              <a:xfrm>
                <a:off x="4257678" y="4284581"/>
                <a:ext cx="252777" cy="351523"/>
              </a:xfrm>
              <a:custGeom>
                <a:avLst/>
                <a:gdLst/>
                <a:ahLst/>
                <a:cxnLst/>
                <a:rect l="l" t="t" r="r" b="b"/>
                <a:pathLst>
                  <a:path w="3548" h="4934" extrusionOk="0">
                    <a:moveTo>
                      <a:pt x="595" y="0"/>
                    </a:moveTo>
                    <a:cubicBezTo>
                      <a:pt x="80" y="0"/>
                      <a:pt x="1" y="754"/>
                      <a:pt x="39" y="946"/>
                    </a:cubicBezTo>
                    <a:cubicBezTo>
                      <a:pt x="290" y="2550"/>
                      <a:pt x="2821" y="4906"/>
                      <a:pt x="2821" y="4906"/>
                    </a:cubicBezTo>
                    <a:cubicBezTo>
                      <a:pt x="2821" y="4906"/>
                      <a:pt x="2941" y="4934"/>
                      <a:pt x="3079" y="4934"/>
                    </a:cubicBezTo>
                    <a:cubicBezTo>
                      <a:pt x="3264" y="4934"/>
                      <a:pt x="3483" y="4885"/>
                      <a:pt x="3498" y="4655"/>
                    </a:cubicBezTo>
                    <a:cubicBezTo>
                      <a:pt x="3548" y="4279"/>
                      <a:pt x="2219" y="996"/>
                      <a:pt x="1192" y="244"/>
                    </a:cubicBezTo>
                    <a:cubicBezTo>
                      <a:pt x="947" y="69"/>
                      <a:pt x="751" y="0"/>
                      <a:pt x="595" y="0"/>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528;p34">
                <a:extLst>
                  <a:ext uri="{FF2B5EF4-FFF2-40B4-BE49-F238E27FC236}">
                    <a16:creationId xmlns:a16="http://schemas.microsoft.com/office/drawing/2014/main" id="{EE73AC05-F829-4C81-9064-4428D3822CC9}"/>
                  </a:ext>
                </a:extLst>
              </p:cNvPr>
              <p:cNvSpPr/>
              <p:nvPr/>
            </p:nvSpPr>
            <p:spPr>
              <a:xfrm>
                <a:off x="4451470" y="4601130"/>
                <a:ext cx="134938" cy="59276"/>
              </a:xfrm>
              <a:custGeom>
                <a:avLst/>
                <a:gdLst/>
                <a:ahLst/>
                <a:cxnLst/>
                <a:rect l="l" t="t" r="r" b="b"/>
                <a:pathLst>
                  <a:path w="1894" h="832" extrusionOk="0">
                    <a:moveTo>
                      <a:pt x="1335" y="0"/>
                    </a:moveTo>
                    <a:cubicBezTo>
                      <a:pt x="1074" y="0"/>
                      <a:pt x="829" y="152"/>
                      <a:pt x="715" y="152"/>
                    </a:cubicBezTo>
                    <a:cubicBezTo>
                      <a:pt x="684" y="152"/>
                      <a:pt x="662" y="141"/>
                      <a:pt x="652" y="112"/>
                    </a:cubicBezTo>
                    <a:cubicBezTo>
                      <a:pt x="642" y="94"/>
                      <a:pt x="621" y="87"/>
                      <a:pt x="593" y="87"/>
                    </a:cubicBezTo>
                    <a:cubicBezTo>
                      <a:pt x="424" y="87"/>
                      <a:pt x="1" y="363"/>
                      <a:pt x="1" y="363"/>
                    </a:cubicBezTo>
                    <a:cubicBezTo>
                      <a:pt x="1" y="363"/>
                      <a:pt x="276" y="689"/>
                      <a:pt x="527" y="814"/>
                    </a:cubicBezTo>
                    <a:cubicBezTo>
                      <a:pt x="549" y="826"/>
                      <a:pt x="576" y="831"/>
                      <a:pt x="607" y="831"/>
                    </a:cubicBezTo>
                    <a:cubicBezTo>
                      <a:pt x="970" y="831"/>
                      <a:pt x="1893" y="81"/>
                      <a:pt x="1454" y="12"/>
                    </a:cubicBezTo>
                    <a:cubicBezTo>
                      <a:pt x="1414" y="4"/>
                      <a:pt x="1375" y="0"/>
                      <a:pt x="1335" y="0"/>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529;p34">
                <a:extLst>
                  <a:ext uri="{FF2B5EF4-FFF2-40B4-BE49-F238E27FC236}">
                    <a16:creationId xmlns:a16="http://schemas.microsoft.com/office/drawing/2014/main" id="{3B03B8ED-B81B-4820-BF74-DA0CE0785B23}"/>
                  </a:ext>
                </a:extLst>
              </p:cNvPr>
              <p:cNvSpPr/>
              <p:nvPr/>
            </p:nvSpPr>
            <p:spPr>
              <a:xfrm>
                <a:off x="3855062" y="4174220"/>
                <a:ext cx="510755" cy="241236"/>
              </a:xfrm>
              <a:custGeom>
                <a:avLst/>
                <a:gdLst/>
                <a:ahLst/>
                <a:cxnLst/>
                <a:rect l="l" t="t" r="r" b="b"/>
                <a:pathLst>
                  <a:path w="7169" h="3386" extrusionOk="0">
                    <a:moveTo>
                      <a:pt x="1464" y="1"/>
                    </a:moveTo>
                    <a:cubicBezTo>
                      <a:pt x="1391" y="1"/>
                      <a:pt x="1328" y="5"/>
                      <a:pt x="1279" y="14"/>
                    </a:cubicBezTo>
                    <a:cubicBezTo>
                      <a:pt x="126" y="214"/>
                      <a:pt x="1" y="2119"/>
                      <a:pt x="903" y="2545"/>
                    </a:cubicBezTo>
                    <a:cubicBezTo>
                      <a:pt x="1635" y="2891"/>
                      <a:pt x="3523" y="3385"/>
                      <a:pt x="4998" y="3385"/>
                    </a:cubicBezTo>
                    <a:cubicBezTo>
                      <a:pt x="5341" y="3385"/>
                      <a:pt x="5662" y="3359"/>
                      <a:pt x="5941" y="3297"/>
                    </a:cubicBezTo>
                    <a:cubicBezTo>
                      <a:pt x="6642" y="3147"/>
                      <a:pt x="7169" y="2370"/>
                      <a:pt x="7018" y="2044"/>
                    </a:cubicBezTo>
                    <a:cubicBezTo>
                      <a:pt x="6618" y="1078"/>
                      <a:pt x="2627" y="1"/>
                      <a:pt x="14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530;p34">
                <a:extLst>
                  <a:ext uri="{FF2B5EF4-FFF2-40B4-BE49-F238E27FC236}">
                    <a16:creationId xmlns:a16="http://schemas.microsoft.com/office/drawing/2014/main" id="{37810CDC-E0E3-49AA-8FA4-F2EB5F9C74CA}"/>
                  </a:ext>
                </a:extLst>
              </p:cNvPr>
              <p:cNvSpPr/>
              <p:nvPr/>
            </p:nvSpPr>
            <p:spPr>
              <a:xfrm>
                <a:off x="3703306" y="4232286"/>
                <a:ext cx="489311" cy="295524"/>
              </a:xfrm>
              <a:custGeom>
                <a:avLst/>
                <a:gdLst/>
                <a:ahLst/>
                <a:cxnLst/>
                <a:rect l="l" t="t" r="r" b="b"/>
                <a:pathLst>
                  <a:path w="6868" h="4148" extrusionOk="0">
                    <a:moveTo>
                      <a:pt x="978" y="1"/>
                    </a:moveTo>
                    <a:cubicBezTo>
                      <a:pt x="0" y="327"/>
                      <a:pt x="0" y="2006"/>
                      <a:pt x="978" y="2758"/>
                    </a:cubicBezTo>
                    <a:cubicBezTo>
                      <a:pt x="1454" y="3134"/>
                      <a:pt x="3158" y="3961"/>
                      <a:pt x="4787" y="4136"/>
                    </a:cubicBezTo>
                    <a:cubicBezTo>
                      <a:pt x="4866" y="4144"/>
                      <a:pt x="4945" y="4148"/>
                      <a:pt x="5022" y="4148"/>
                    </a:cubicBezTo>
                    <a:cubicBezTo>
                      <a:pt x="5702" y="4148"/>
                      <a:pt x="6287" y="3855"/>
                      <a:pt x="6467" y="3359"/>
                    </a:cubicBezTo>
                    <a:cubicBezTo>
                      <a:pt x="6868" y="2181"/>
                      <a:pt x="978" y="1"/>
                      <a:pt x="9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531;p34">
                <a:extLst>
                  <a:ext uri="{FF2B5EF4-FFF2-40B4-BE49-F238E27FC236}">
                    <a16:creationId xmlns:a16="http://schemas.microsoft.com/office/drawing/2014/main" id="{B06386D1-A476-4C5D-9B4C-840BA3BB281C}"/>
                  </a:ext>
                </a:extLst>
              </p:cNvPr>
              <p:cNvSpPr/>
              <p:nvPr/>
            </p:nvSpPr>
            <p:spPr>
              <a:xfrm>
                <a:off x="3665830" y="3702638"/>
                <a:ext cx="323524" cy="324948"/>
              </a:xfrm>
              <a:custGeom>
                <a:avLst/>
                <a:gdLst/>
                <a:ahLst/>
                <a:cxnLst/>
                <a:rect l="l" t="t" r="r" b="b"/>
                <a:pathLst>
                  <a:path w="4541" h="4561" extrusionOk="0">
                    <a:moveTo>
                      <a:pt x="2064" y="1"/>
                    </a:moveTo>
                    <a:cubicBezTo>
                      <a:pt x="1452" y="1"/>
                      <a:pt x="774" y="352"/>
                      <a:pt x="526" y="1420"/>
                    </a:cubicBezTo>
                    <a:cubicBezTo>
                      <a:pt x="0" y="3625"/>
                      <a:pt x="1078" y="4427"/>
                      <a:pt x="2632" y="4553"/>
                    </a:cubicBezTo>
                    <a:cubicBezTo>
                      <a:pt x="2698" y="4558"/>
                      <a:pt x="2762" y="4560"/>
                      <a:pt x="2824" y="4560"/>
                    </a:cubicBezTo>
                    <a:cubicBezTo>
                      <a:pt x="4239" y="4560"/>
                      <a:pt x="4541" y="3240"/>
                      <a:pt x="4060" y="3024"/>
                    </a:cubicBezTo>
                    <a:cubicBezTo>
                      <a:pt x="2607" y="2297"/>
                      <a:pt x="3559" y="818"/>
                      <a:pt x="3008" y="317"/>
                    </a:cubicBezTo>
                    <a:cubicBezTo>
                      <a:pt x="2797" y="135"/>
                      <a:pt x="2443" y="1"/>
                      <a:pt x="2064"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532;p34">
                <a:extLst>
                  <a:ext uri="{FF2B5EF4-FFF2-40B4-BE49-F238E27FC236}">
                    <a16:creationId xmlns:a16="http://schemas.microsoft.com/office/drawing/2014/main" id="{E619D776-2A73-4E25-A85F-84083E25FB29}"/>
                  </a:ext>
                </a:extLst>
              </p:cNvPr>
              <p:cNvSpPr/>
              <p:nvPr/>
            </p:nvSpPr>
            <p:spPr>
              <a:xfrm>
                <a:off x="3826492" y="3883890"/>
                <a:ext cx="407165" cy="344826"/>
              </a:xfrm>
              <a:custGeom>
                <a:avLst/>
                <a:gdLst/>
                <a:ahLst/>
                <a:cxnLst/>
                <a:rect l="l" t="t" r="r" b="b"/>
                <a:pathLst>
                  <a:path w="5715" h="4840" extrusionOk="0">
                    <a:moveTo>
                      <a:pt x="1182" y="1"/>
                    </a:moveTo>
                    <a:cubicBezTo>
                      <a:pt x="1162" y="1"/>
                      <a:pt x="1144" y="2"/>
                      <a:pt x="1129" y="4"/>
                    </a:cubicBezTo>
                    <a:cubicBezTo>
                      <a:pt x="1" y="129"/>
                      <a:pt x="652" y="3688"/>
                      <a:pt x="2031" y="4590"/>
                    </a:cubicBezTo>
                    <a:cubicBezTo>
                      <a:pt x="2306" y="4771"/>
                      <a:pt x="2622" y="4839"/>
                      <a:pt x="2945" y="4839"/>
                    </a:cubicBezTo>
                    <a:cubicBezTo>
                      <a:pt x="3826" y="4839"/>
                      <a:pt x="4750" y="4331"/>
                      <a:pt x="4988" y="4239"/>
                    </a:cubicBezTo>
                    <a:cubicBezTo>
                      <a:pt x="5689" y="3949"/>
                      <a:pt x="5714" y="3636"/>
                      <a:pt x="5468" y="3636"/>
                    </a:cubicBezTo>
                    <a:cubicBezTo>
                      <a:pt x="5459" y="3636"/>
                      <a:pt x="5449" y="3637"/>
                      <a:pt x="5439" y="3638"/>
                    </a:cubicBezTo>
                    <a:cubicBezTo>
                      <a:pt x="5164" y="3638"/>
                      <a:pt x="5013" y="3888"/>
                      <a:pt x="4562" y="3964"/>
                    </a:cubicBezTo>
                    <a:cubicBezTo>
                      <a:pt x="4373" y="3993"/>
                      <a:pt x="4155" y="4039"/>
                      <a:pt x="3914" y="4039"/>
                    </a:cubicBezTo>
                    <a:cubicBezTo>
                      <a:pt x="3551" y="4039"/>
                      <a:pt x="3135" y="3935"/>
                      <a:pt x="2682" y="3512"/>
                    </a:cubicBezTo>
                    <a:cubicBezTo>
                      <a:pt x="1956" y="2811"/>
                      <a:pt x="2256" y="1332"/>
                      <a:pt x="2056" y="630"/>
                    </a:cubicBezTo>
                    <a:cubicBezTo>
                      <a:pt x="1917" y="145"/>
                      <a:pt x="1417" y="1"/>
                      <a:pt x="1182"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533;p34">
                <a:extLst>
                  <a:ext uri="{FF2B5EF4-FFF2-40B4-BE49-F238E27FC236}">
                    <a16:creationId xmlns:a16="http://schemas.microsoft.com/office/drawing/2014/main" id="{B46E5923-63D1-48DA-BF0B-2D907CA7ABC2}"/>
                  </a:ext>
                </a:extLst>
              </p:cNvPr>
              <p:cNvSpPr/>
              <p:nvPr/>
            </p:nvSpPr>
            <p:spPr>
              <a:xfrm>
                <a:off x="3721189" y="3766261"/>
                <a:ext cx="226844" cy="198275"/>
              </a:xfrm>
              <a:custGeom>
                <a:avLst/>
                <a:gdLst/>
                <a:ahLst/>
                <a:cxnLst/>
                <a:rect l="l" t="t" r="r" b="b"/>
                <a:pathLst>
                  <a:path w="3184" h="2783" extrusionOk="0">
                    <a:moveTo>
                      <a:pt x="2180" y="0"/>
                    </a:moveTo>
                    <a:lnTo>
                      <a:pt x="1028" y="552"/>
                    </a:lnTo>
                    <a:lnTo>
                      <a:pt x="0" y="2782"/>
                    </a:lnTo>
                    <a:cubicBezTo>
                      <a:pt x="0" y="2782"/>
                      <a:pt x="3183" y="2407"/>
                      <a:pt x="2882" y="2031"/>
                    </a:cubicBezTo>
                    <a:cubicBezTo>
                      <a:pt x="2105" y="1053"/>
                      <a:pt x="2180" y="1"/>
                      <a:pt x="2180" y="0"/>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534;p34">
                <a:extLst>
                  <a:ext uri="{FF2B5EF4-FFF2-40B4-BE49-F238E27FC236}">
                    <a16:creationId xmlns:a16="http://schemas.microsoft.com/office/drawing/2014/main" id="{12CE07A3-6706-430D-9AA3-7899DB50CE34}"/>
                  </a:ext>
                </a:extLst>
              </p:cNvPr>
              <p:cNvSpPr/>
              <p:nvPr/>
            </p:nvSpPr>
            <p:spPr>
              <a:xfrm>
                <a:off x="3619377" y="3872846"/>
                <a:ext cx="360785" cy="392275"/>
              </a:xfrm>
              <a:custGeom>
                <a:avLst/>
                <a:gdLst/>
                <a:ahLst/>
                <a:cxnLst/>
                <a:rect l="l" t="t" r="r" b="b"/>
                <a:pathLst>
                  <a:path w="5064" h="5506" extrusionOk="0">
                    <a:moveTo>
                      <a:pt x="1125" y="5308"/>
                    </a:moveTo>
                    <a:lnTo>
                      <a:pt x="1125" y="5308"/>
                    </a:lnTo>
                    <a:cubicBezTo>
                      <a:pt x="1121" y="5308"/>
                      <a:pt x="1078" y="5410"/>
                      <a:pt x="1082" y="5410"/>
                    </a:cubicBezTo>
                    <a:cubicBezTo>
                      <a:pt x="1083" y="5410"/>
                      <a:pt x="1089" y="5400"/>
                      <a:pt x="1103" y="5372"/>
                    </a:cubicBezTo>
                    <a:cubicBezTo>
                      <a:pt x="1121" y="5325"/>
                      <a:pt x="1126" y="5308"/>
                      <a:pt x="1125" y="5308"/>
                    </a:cubicBezTo>
                    <a:close/>
                    <a:moveTo>
                      <a:pt x="3490" y="1"/>
                    </a:moveTo>
                    <a:cubicBezTo>
                      <a:pt x="2993" y="1"/>
                      <a:pt x="2440" y="119"/>
                      <a:pt x="1955" y="284"/>
                    </a:cubicBezTo>
                    <a:cubicBezTo>
                      <a:pt x="1203" y="535"/>
                      <a:pt x="0" y="986"/>
                      <a:pt x="828" y="2540"/>
                    </a:cubicBezTo>
                    <a:cubicBezTo>
                      <a:pt x="1404" y="3592"/>
                      <a:pt x="1730" y="4169"/>
                      <a:pt x="1103" y="5372"/>
                    </a:cubicBezTo>
                    <a:cubicBezTo>
                      <a:pt x="1341" y="5471"/>
                      <a:pt x="1547" y="5505"/>
                      <a:pt x="1746" y="5505"/>
                    </a:cubicBezTo>
                    <a:cubicBezTo>
                      <a:pt x="2177" y="5505"/>
                      <a:pt x="2568" y="5345"/>
                      <a:pt x="3146" y="5345"/>
                    </a:cubicBezTo>
                    <a:cubicBezTo>
                      <a:pt x="3175" y="5345"/>
                      <a:pt x="3204" y="5346"/>
                      <a:pt x="3234" y="5347"/>
                    </a:cubicBezTo>
                    <a:cubicBezTo>
                      <a:pt x="3885" y="5347"/>
                      <a:pt x="4336" y="5121"/>
                      <a:pt x="4938" y="4971"/>
                    </a:cubicBezTo>
                    <a:cubicBezTo>
                      <a:pt x="4860" y="4678"/>
                      <a:pt x="4806" y="4583"/>
                      <a:pt x="4769" y="4583"/>
                    </a:cubicBezTo>
                    <a:cubicBezTo>
                      <a:pt x="4701" y="4583"/>
                      <a:pt x="4688" y="4898"/>
                      <a:pt x="4687" y="4898"/>
                    </a:cubicBezTo>
                    <a:cubicBezTo>
                      <a:pt x="4687" y="4898"/>
                      <a:pt x="4687" y="4897"/>
                      <a:pt x="4687" y="4895"/>
                    </a:cubicBezTo>
                    <a:cubicBezTo>
                      <a:pt x="4136" y="3367"/>
                      <a:pt x="5063" y="1938"/>
                      <a:pt x="4913" y="936"/>
                    </a:cubicBezTo>
                    <a:cubicBezTo>
                      <a:pt x="4795" y="242"/>
                      <a:pt x="4200" y="1"/>
                      <a:pt x="3490"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535;p34">
                <a:extLst>
                  <a:ext uri="{FF2B5EF4-FFF2-40B4-BE49-F238E27FC236}">
                    <a16:creationId xmlns:a16="http://schemas.microsoft.com/office/drawing/2014/main" id="{6997777F-7BC7-4C78-B0C4-0F91B592B5E3}"/>
                  </a:ext>
                </a:extLst>
              </p:cNvPr>
              <p:cNvSpPr/>
              <p:nvPr/>
            </p:nvSpPr>
            <p:spPr>
              <a:xfrm>
                <a:off x="3688985" y="3873416"/>
                <a:ext cx="333997" cy="407450"/>
              </a:xfrm>
              <a:custGeom>
                <a:avLst/>
                <a:gdLst/>
                <a:ahLst/>
                <a:cxnLst/>
                <a:rect l="l" t="t" r="r" b="b"/>
                <a:pathLst>
                  <a:path w="4688" h="5719" extrusionOk="0">
                    <a:moveTo>
                      <a:pt x="2482" y="0"/>
                    </a:moveTo>
                    <a:lnTo>
                      <a:pt x="2482" y="0"/>
                    </a:lnTo>
                    <a:cubicBezTo>
                      <a:pt x="3660" y="1354"/>
                      <a:pt x="3409" y="1880"/>
                      <a:pt x="3034" y="1955"/>
                    </a:cubicBezTo>
                    <a:cubicBezTo>
                      <a:pt x="2947" y="1974"/>
                      <a:pt x="2862" y="1982"/>
                      <a:pt x="2780" y="1982"/>
                    </a:cubicBezTo>
                    <a:cubicBezTo>
                      <a:pt x="1627" y="1982"/>
                      <a:pt x="928" y="301"/>
                      <a:pt x="928" y="301"/>
                    </a:cubicBezTo>
                    <a:lnTo>
                      <a:pt x="502" y="451"/>
                    </a:lnTo>
                    <a:cubicBezTo>
                      <a:pt x="502" y="451"/>
                      <a:pt x="1229" y="1028"/>
                      <a:pt x="1279" y="2206"/>
                    </a:cubicBezTo>
                    <a:cubicBezTo>
                      <a:pt x="1339" y="3353"/>
                      <a:pt x="657" y="3466"/>
                      <a:pt x="385" y="3466"/>
                    </a:cubicBezTo>
                    <a:cubicBezTo>
                      <a:pt x="319" y="3466"/>
                      <a:pt x="277" y="3459"/>
                      <a:pt x="277" y="3459"/>
                    </a:cubicBezTo>
                    <a:lnTo>
                      <a:pt x="277" y="3459"/>
                    </a:lnTo>
                    <a:cubicBezTo>
                      <a:pt x="352" y="3935"/>
                      <a:pt x="577" y="4035"/>
                      <a:pt x="302" y="4862"/>
                    </a:cubicBezTo>
                    <a:lnTo>
                      <a:pt x="1" y="5439"/>
                    </a:lnTo>
                    <a:cubicBezTo>
                      <a:pt x="450" y="5626"/>
                      <a:pt x="1188" y="5719"/>
                      <a:pt x="1938" y="5719"/>
                    </a:cubicBezTo>
                    <a:cubicBezTo>
                      <a:pt x="3200" y="5719"/>
                      <a:pt x="4496" y="5456"/>
                      <a:pt x="4512" y="4938"/>
                    </a:cubicBezTo>
                    <a:cubicBezTo>
                      <a:pt x="4237" y="4612"/>
                      <a:pt x="3660" y="3760"/>
                      <a:pt x="3961" y="3208"/>
                    </a:cubicBezTo>
                    <a:cubicBezTo>
                      <a:pt x="4688" y="1905"/>
                      <a:pt x="2933" y="25"/>
                      <a:pt x="2933" y="25"/>
                    </a:cubicBezTo>
                    <a:lnTo>
                      <a:pt x="24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536;p34">
                <a:extLst>
                  <a:ext uri="{FF2B5EF4-FFF2-40B4-BE49-F238E27FC236}">
                    <a16:creationId xmlns:a16="http://schemas.microsoft.com/office/drawing/2014/main" id="{2E3E8793-7039-49AE-A9FA-A1886BBC759C}"/>
                  </a:ext>
                </a:extLst>
              </p:cNvPr>
              <p:cNvSpPr/>
              <p:nvPr/>
            </p:nvSpPr>
            <p:spPr>
              <a:xfrm>
                <a:off x="3778614" y="3805518"/>
                <a:ext cx="87275" cy="122043"/>
              </a:xfrm>
              <a:custGeom>
                <a:avLst/>
                <a:gdLst/>
                <a:ahLst/>
                <a:cxnLst/>
                <a:rect l="l" t="t" r="r" b="b"/>
                <a:pathLst>
                  <a:path w="1225" h="1713" extrusionOk="0">
                    <a:moveTo>
                      <a:pt x="222" y="1"/>
                    </a:moveTo>
                    <a:cubicBezTo>
                      <a:pt x="222" y="1"/>
                      <a:pt x="397" y="753"/>
                      <a:pt x="121" y="1104"/>
                    </a:cubicBezTo>
                    <a:cubicBezTo>
                      <a:pt x="0" y="1286"/>
                      <a:pt x="793" y="1712"/>
                      <a:pt x="1090" y="1712"/>
                    </a:cubicBezTo>
                    <a:cubicBezTo>
                      <a:pt x="1161" y="1712"/>
                      <a:pt x="1204" y="1688"/>
                      <a:pt x="1199" y="1630"/>
                    </a:cubicBezTo>
                    <a:cubicBezTo>
                      <a:pt x="1174" y="1229"/>
                      <a:pt x="948" y="978"/>
                      <a:pt x="1224" y="552"/>
                    </a:cubicBezTo>
                    <a:lnTo>
                      <a:pt x="222" y="1"/>
                    </a:ln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537;p34">
                <a:extLst>
                  <a:ext uri="{FF2B5EF4-FFF2-40B4-BE49-F238E27FC236}">
                    <a16:creationId xmlns:a16="http://schemas.microsoft.com/office/drawing/2014/main" id="{0C721960-A379-4D6F-AF3A-A3CC8B1AC36E}"/>
                  </a:ext>
                </a:extLst>
              </p:cNvPr>
              <p:cNvSpPr/>
              <p:nvPr/>
            </p:nvSpPr>
            <p:spPr>
              <a:xfrm>
                <a:off x="3765789" y="3713966"/>
                <a:ext cx="135793" cy="167355"/>
              </a:xfrm>
              <a:custGeom>
                <a:avLst/>
                <a:gdLst/>
                <a:ahLst/>
                <a:cxnLst/>
                <a:rect l="l" t="t" r="r" b="b"/>
                <a:pathLst>
                  <a:path w="1906" h="2349" extrusionOk="0">
                    <a:moveTo>
                      <a:pt x="885" y="1"/>
                    </a:moveTo>
                    <a:cubicBezTo>
                      <a:pt x="631" y="1"/>
                      <a:pt x="398" y="188"/>
                      <a:pt x="301" y="333"/>
                    </a:cubicBezTo>
                    <a:cubicBezTo>
                      <a:pt x="1" y="785"/>
                      <a:pt x="176" y="1286"/>
                      <a:pt x="326" y="1562"/>
                    </a:cubicBezTo>
                    <a:cubicBezTo>
                      <a:pt x="633" y="2113"/>
                      <a:pt x="1123" y="2349"/>
                      <a:pt x="1375" y="2349"/>
                    </a:cubicBezTo>
                    <a:cubicBezTo>
                      <a:pt x="1432" y="2349"/>
                      <a:pt x="1477" y="2337"/>
                      <a:pt x="1504" y="2313"/>
                    </a:cubicBezTo>
                    <a:cubicBezTo>
                      <a:pt x="1905" y="2013"/>
                      <a:pt x="1630" y="559"/>
                      <a:pt x="1304" y="208"/>
                    </a:cubicBezTo>
                    <a:cubicBezTo>
                      <a:pt x="1171" y="57"/>
                      <a:pt x="1025" y="1"/>
                      <a:pt x="885"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538;p34">
                <a:extLst>
                  <a:ext uri="{FF2B5EF4-FFF2-40B4-BE49-F238E27FC236}">
                    <a16:creationId xmlns:a16="http://schemas.microsoft.com/office/drawing/2014/main" id="{0CA560E4-843B-4532-B674-E124F20BBFE5}"/>
                  </a:ext>
                </a:extLst>
              </p:cNvPr>
              <p:cNvSpPr/>
              <p:nvPr/>
            </p:nvSpPr>
            <p:spPr>
              <a:xfrm>
                <a:off x="3746125" y="3707910"/>
                <a:ext cx="132159" cy="136434"/>
              </a:xfrm>
              <a:custGeom>
                <a:avLst/>
                <a:gdLst/>
                <a:ahLst/>
                <a:cxnLst/>
                <a:rect l="l" t="t" r="r" b="b"/>
                <a:pathLst>
                  <a:path w="1855" h="1915" extrusionOk="0">
                    <a:moveTo>
                      <a:pt x="1122" y="0"/>
                    </a:moveTo>
                    <a:cubicBezTo>
                      <a:pt x="831" y="0"/>
                      <a:pt x="522" y="137"/>
                      <a:pt x="352" y="444"/>
                    </a:cubicBezTo>
                    <a:cubicBezTo>
                      <a:pt x="1" y="1120"/>
                      <a:pt x="176" y="1446"/>
                      <a:pt x="201" y="1521"/>
                    </a:cubicBezTo>
                    <a:cubicBezTo>
                      <a:pt x="237" y="1575"/>
                      <a:pt x="546" y="1914"/>
                      <a:pt x="651" y="1914"/>
                    </a:cubicBezTo>
                    <a:cubicBezTo>
                      <a:pt x="692" y="1914"/>
                      <a:pt x="702" y="1863"/>
                      <a:pt x="653" y="1722"/>
                    </a:cubicBezTo>
                    <a:cubicBezTo>
                      <a:pt x="577" y="1471"/>
                      <a:pt x="690" y="1459"/>
                      <a:pt x="806" y="1459"/>
                    </a:cubicBezTo>
                    <a:cubicBezTo>
                      <a:pt x="819" y="1459"/>
                      <a:pt x="832" y="1459"/>
                      <a:pt x="845" y="1459"/>
                    </a:cubicBezTo>
                    <a:cubicBezTo>
                      <a:pt x="946" y="1459"/>
                      <a:pt x="1034" y="1449"/>
                      <a:pt x="978" y="1271"/>
                    </a:cubicBezTo>
                    <a:cubicBezTo>
                      <a:pt x="932" y="1133"/>
                      <a:pt x="887" y="785"/>
                      <a:pt x="1283" y="785"/>
                    </a:cubicBezTo>
                    <a:cubicBezTo>
                      <a:pt x="1320" y="785"/>
                      <a:pt x="1360" y="788"/>
                      <a:pt x="1404" y="794"/>
                    </a:cubicBezTo>
                    <a:cubicBezTo>
                      <a:pt x="1504" y="811"/>
                      <a:pt x="1582" y="819"/>
                      <a:pt x="1642" y="819"/>
                    </a:cubicBezTo>
                    <a:cubicBezTo>
                      <a:pt x="1854" y="819"/>
                      <a:pt x="1850" y="719"/>
                      <a:pt x="1830" y="544"/>
                    </a:cubicBezTo>
                    <a:cubicBezTo>
                      <a:pt x="1803" y="201"/>
                      <a:pt x="1475" y="0"/>
                      <a:pt x="1122" y="0"/>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539;p34">
                <a:extLst>
                  <a:ext uri="{FF2B5EF4-FFF2-40B4-BE49-F238E27FC236}">
                    <a16:creationId xmlns:a16="http://schemas.microsoft.com/office/drawing/2014/main" id="{204F1EFC-2872-4577-AB28-421D65F5BB3C}"/>
                  </a:ext>
                </a:extLst>
              </p:cNvPr>
              <p:cNvSpPr/>
              <p:nvPr/>
            </p:nvSpPr>
            <p:spPr>
              <a:xfrm>
                <a:off x="3662196" y="4119788"/>
                <a:ext cx="239383" cy="165075"/>
              </a:xfrm>
              <a:custGeom>
                <a:avLst/>
                <a:gdLst/>
                <a:ahLst/>
                <a:cxnLst/>
                <a:rect l="l" t="t" r="r" b="b"/>
                <a:pathLst>
                  <a:path w="3360" h="2317" extrusionOk="0">
                    <a:moveTo>
                      <a:pt x="878" y="1"/>
                    </a:moveTo>
                    <a:cubicBezTo>
                      <a:pt x="878" y="1"/>
                      <a:pt x="1" y="1003"/>
                      <a:pt x="753" y="1805"/>
                    </a:cubicBezTo>
                    <a:cubicBezTo>
                      <a:pt x="1123" y="2213"/>
                      <a:pt x="1761" y="2316"/>
                      <a:pt x="2313" y="2316"/>
                    </a:cubicBezTo>
                    <a:cubicBezTo>
                      <a:pt x="2882" y="2316"/>
                      <a:pt x="3359" y="2206"/>
                      <a:pt x="3359" y="2206"/>
                    </a:cubicBezTo>
                    <a:cubicBezTo>
                      <a:pt x="1204" y="2056"/>
                      <a:pt x="878" y="1"/>
                      <a:pt x="878"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540;p34">
                <a:extLst>
                  <a:ext uri="{FF2B5EF4-FFF2-40B4-BE49-F238E27FC236}">
                    <a16:creationId xmlns:a16="http://schemas.microsoft.com/office/drawing/2014/main" id="{36F55AF0-B733-41CD-B292-5FBDB780C889}"/>
                  </a:ext>
                </a:extLst>
              </p:cNvPr>
              <p:cNvSpPr/>
              <p:nvPr/>
            </p:nvSpPr>
            <p:spPr>
              <a:xfrm>
                <a:off x="3860405" y="4191248"/>
                <a:ext cx="239383" cy="169706"/>
              </a:xfrm>
              <a:custGeom>
                <a:avLst/>
                <a:gdLst/>
                <a:ahLst/>
                <a:cxnLst/>
                <a:rect l="l" t="t" r="r" b="b"/>
                <a:pathLst>
                  <a:path w="3360" h="2382" extrusionOk="0">
                    <a:moveTo>
                      <a:pt x="3359" y="0"/>
                    </a:moveTo>
                    <a:lnTo>
                      <a:pt x="1" y="1228"/>
                    </a:lnTo>
                    <a:lnTo>
                      <a:pt x="1780" y="2381"/>
                    </a:lnTo>
                    <a:lnTo>
                      <a:pt x="33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541;p34">
                <a:extLst>
                  <a:ext uri="{FF2B5EF4-FFF2-40B4-BE49-F238E27FC236}">
                    <a16:creationId xmlns:a16="http://schemas.microsoft.com/office/drawing/2014/main" id="{6261DD59-707B-4842-8CEE-48D8EF5AE6E0}"/>
                  </a:ext>
                </a:extLst>
              </p:cNvPr>
              <p:cNvSpPr/>
              <p:nvPr/>
            </p:nvSpPr>
            <p:spPr>
              <a:xfrm>
                <a:off x="3987225" y="4132327"/>
                <a:ext cx="301794" cy="228625"/>
              </a:xfrm>
              <a:custGeom>
                <a:avLst/>
                <a:gdLst/>
                <a:ahLst/>
                <a:cxnLst/>
                <a:rect l="l" t="t" r="r" b="b"/>
                <a:pathLst>
                  <a:path w="4236" h="3209" extrusionOk="0">
                    <a:moveTo>
                      <a:pt x="4236" y="0"/>
                    </a:moveTo>
                    <a:lnTo>
                      <a:pt x="1178" y="752"/>
                    </a:lnTo>
                    <a:lnTo>
                      <a:pt x="0" y="3208"/>
                    </a:lnTo>
                    <a:lnTo>
                      <a:pt x="0" y="3208"/>
                    </a:lnTo>
                    <a:lnTo>
                      <a:pt x="3183" y="2281"/>
                    </a:lnTo>
                    <a:lnTo>
                      <a:pt x="42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542;p34">
                <a:extLst>
                  <a:ext uri="{FF2B5EF4-FFF2-40B4-BE49-F238E27FC236}">
                    <a16:creationId xmlns:a16="http://schemas.microsoft.com/office/drawing/2014/main" id="{FBAF3929-CDFB-454D-AE04-8A6CC2A95CA4}"/>
                  </a:ext>
                </a:extLst>
              </p:cNvPr>
              <p:cNvSpPr/>
              <p:nvPr/>
            </p:nvSpPr>
            <p:spPr>
              <a:xfrm>
                <a:off x="3599713" y="3935686"/>
                <a:ext cx="366128" cy="381303"/>
              </a:xfrm>
              <a:custGeom>
                <a:avLst/>
                <a:gdLst/>
                <a:ahLst/>
                <a:cxnLst/>
                <a:rect l="l" t="t" r="r" b="b"/>
                <a:pathLst>
                  <a:path w="5139" h="5352" extrusionOk="0">
                    <a:moveTo>
                      <a:pt x="1320" y="1"/>
                    </a:moveTo>
                    <a:cubicBezTo>
                      <a:pt x="1294" y="1"/>
                      <a:pt x="1279" y="3"/>
                      <a:pt x="1279" y="3"/>
                    </a:cubicBezTo>
                    <a:cubicBezTo>
                      <a:pt x="327" y="79"/>
                      <a:pt x="1" y="3638"/>
                      <a:pt x="1204" y="4841"/>
                    </a:cubicBezTo>
                    <a:cubicBezTo>
                      <a:pt x="1598" y="5235"/>
                      <a:pt x="2165" y="5352"/>
                      <a:pt x="2710" y="5352"/>
                    </a:cubicBezTo>
                    <a:cubicBezTo>
                      <a:pt x="3411" y="5352"/>
                      <a:pt x="4075" y="5159"/>
                      <a:pt x="4287" y="5116"/>
                    </a:cubicBezTo>
                    <a:cubicBezTo>
                      <a:pt x="5063" y="4966"/>
                      <a:pt x="5139" y="4640"/>
                      <a:pt x="4863" y="4590"/>
                    </a:cubicBezTo>
                    <a:cubicBezTo>
                      <a:pt x="4835" y="4585"/>
                      <a:pt x="4808" y="4583"/>
                      <a:pt x="4782" y="4583"/>
                    </a:cubicBezTo>
                    <a:cubicBezTo>
                      <a:pt x="4558" y="4583"/>
                      <a:pt x="4361" y="4742"/>
                      <a:pt x="3963" y="4742"/>
                    </a:cubicBezTo>
                    <a:cubicBezTo>
                      <a:pt x="3938" y="4742"/>
                      <a:pt x="3912" y="4742"/>
                      <a:pt x="3885" y="4740"/>
                    </a:cubicBezTo>
                    <a:cubicBezTo>
                      <a:pt x="3409" y="4715"/>
                      <a:pt x="2708" y="4765"/>
                      <a:pt x="2106" y="3888"/>
                    </a:cubicBezTo>
                    <a:cubicBezTo>
                      <a:pt x="1505" y="3036"/>
                      <a:pt x="2106" y="1282"/>
                      <a:pt x="1880" y="555"/>
                    </a:cubicBezTo>
                    <a:cubicBezTo>
                      <a:pt x="1719" y="50"/>
                      <a:pt x="1427" y="1"/>
                      <a:pt x="1320" y="1"/>
                    </a:cubicBezTo>
                    <a:close/>
                  </a:path>
                </a:pathLst>
              </a:custGeom>
              <a:solidFill>
                <a:srgbClr val="F4C5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441736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p39"/>
          <p:cNvSpPr txBox="1">
            <a:spLocks noGrp="1"/>
          </p:cNvSpPr>
          <p:nvPr>
            <p:ph type="title"/>
          </p:nvPr>
        </p:nvSpPr>
        <p:spPr>
          <a:xfrm>
            <a:off x="720000" y="8210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dirty="0"/>
              <a:t>Dashboard: Current Techmology Usage</a:t>
            </a:r>
            <a:endParaRPr sz="3000" dirty="0"/>
          </a:p>
        </p:txBody>
      </p:sp>
      <p:pic>
        <p:nvPicPr>
          <p:cNvPr id="3" name="Picture 2">
            <a:extLst>
              <a:ext uri="{FF2B5EF4-FFF2-40B4-BE49-F238E27FC236}">
                <a16:creationId xmlns:a16="http://schemas.microsoft.com/office/drawing/2014/main" id="{710586BC-F4D0-4298-9DDA-6287A7EE2669}"/>
              </a:ext>
            </a:extLst>
          </p:cNvPr>
          <p:cNvPicPr>
            <a:picLocks noChangeAspect="1"/>
          </p:cNvPicPr>
          <p:nvPr/>
        </p:nvPicPr>
        <p:blipFill>
          <a:blip r:embed="rId3"/>
          <a:stretch>
            <a:fillRect/>
          </a:stretch>
        </p:blipFill>
        <p:spPr>
          <a:xfrm>
            <a:off x="584588" y="736908"/>
            <a:ext cx="7974823" cy="4324488"/>
          </a:xfrm>
          <a:prstGeom prst="rect">
            <a:avLst/>
          </a:prstGeom>
        </p:spPr>
      </p:pic>
    </p:spTree>
    <p:extLst>
      <p:ext uri="{BB962C8B-B14F-4D97-AF65-F5344CB8AC3E}">
        <p14:creationId xmlns:p14="http://schemas.microsoft.com/office/powerpoint/2010/main" val="359808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p39"/>
          <p:cNvSpPr txBox="1">
            <a:spLocks noGrp="1"/>
          </p:cNvSpPr>
          <p:nvPr>
            <p:ph type="title"/>
          </p:nvPr>
        </p:nvSpPr>
        <p:spPr>
          <a:xfrm>
            <a:off x="720000" y="8210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dirty="0"/>
              <a:t>Dashboard: Future Techmology Trends</a:t>
            </a:r>
            <a:endParaRPr sz="3000" dirty="0"/>
          </a:p>
        </p:txBody>
      </p:sp>
      <p:pic>
        <p:nvPicPr>
          <p:cNvPr id="11" name="Picture 10">
            <a:extLst>
              <a:ext uri="{FF2B5EF4-FFF2-40B4-BE49-F238E27FC236}">
                <a16:creationId xmlns:a16="http://schemas.microsoft.com/office/drawing/2014/main" id="{14C5C4D2-0B37-4C97-AC69-CCC4207E37F8}"/>
              </a:ext>
            </a:extLst>
          </p:cNvPr>
          <p:cNvPicPr>
            <a:picLocks noChangeAspect="1"/>
          </p:cNvPicPr>
          <p:nvPr/>
        </p:nvPicPr>
        <p:blipFill>
          <a:blip r:embed="rId3"/>
          <a:stretch>
            <a:fillRect/>
          </a:stretch>
        </p:blipFill>
        <p:spPr>
          <a:xfrm>
            <a:off x="585105" y="729832"/>
            <a:ext cx="7973790" cy="43315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p39"/>
          <p:cNvSpPr txBox="1">
            <a:spLocks noGrp="1"/>
          </p:cNvSpPr>
          <p:nvPr>
            <p:ph type="title"/>
          </p:nvPr>
        </p:nvSpPr>
        <p:spPr>
          <a:xfrm>
            <a:off x="720000" y="8210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dirty="0"/>
              <a:t>Dashboard: Demographics</a:t>
            </a:r>
            <a:endParaRPr sz="3000" dirty="0"/>
          </a:p>
        </p:txBody>
      </p:sp>
      <p:pic>
        <p:nvPicPr>
          <p:cNvPr id="5" name="Picture 4">
            <a:extLst>
              <a:ext uri="{FF2B5EF4-FFF2-40B4-BE49-F238E27FC236}">
                <a16:creationId xmlns:a16="http://schemas.microsoft.com/office/drawing/2014/main" id="{F2701369-2FB2-41B0-8551-47DB9C634436}"/>
              </a:ext>
            </a:extLst>
          </p:cNvPr>
          <p:cNvPicPr>
            <a:picLocks noChangeAspect="1"/>
          </p:cNvPicPr>
          <p:nvPr/>
        </p:nvPicPr>
        <p:blipFill>
          <a:blip r:embed="rId3"/>
          <a:stretch>
            <a:fillRect/>
          </a:stretch>
        </p:blipFill>
        <p:spPr>
          <a:xfrm>
            <a:off x="584701" y="714874"/>
            <a:ext cx="7974598" cy="4346522"/>
          </a:xfrm>
          <a:prstGeom prst="rect">
            <a:avLst/>
          </a:prstGeom>
        </p:spPr>
      </p:pic>
    </p:spTree>
    <p:extLst>
      <p:ext uri="{BB962C8B-B14F-4D97-AF65-F5344CB8AC3E}">
        <p14:creationId xmlns:p14="http://schemas.microsoft.com/office/powerpoint/2010/main" val="2261630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6"/>
        <p:cNvGrpSpPr/>
        <p:nvPr/>
      </p:nvGrpSpPr>
      <p:grpSpPr>
        <a:xfrm>
          <a:off x="0" y="0"/>
          <a:ext cx="0" cy="0"/>
          <a:chOff x="0" y="0"/>
          <a:chExt cx="0" cy="0"/>
        </a:xfrm>
      </p:grpSpPr>
      <p:pic>
        <p:nvPicPr>
          <p:cNvPr id="2047" name="Google Shape;2047;p46"/>
          <p:cNvPicPr preferRelativeResize="0">
            <a:picLocks noGrp="1"/>
          </p:cNvPicPr>
          <p:nvPr>
            <p:ph type="pic" idx="2"/>
          </p:nvPr>
        </p:nvPicPr>
        <p:blipFill rotWithShape="1">
          <a:blip r:embed="rId3">
            <a:alphaModFix/>
          </a:blip>
          <a:srcRect l="18663" r="9938"/>
          <a:stretch/>
        </p:blipFill>
        <p:spPr>
          <a:xfrm>
            <a:off x="5520775" y="533863"/>
            <a:ext cx="2910000" cy="4075800"/>
          </a:xfrm>
          <a:prstGeom prst="roundRect">
            <a:avLst>
              <a:gd name="adj" fmla="val 16667"/>
            </a:avLst>
          </a:prstGeom>
        </p:spPr>
      </p:pic>
      <p:sp>
        <p:nvSpPr>
          <p:cNvPr id="2048" name="Google Shape;2048;p46"/>
          <p:cNvSpPr txBox="1">
            <a:spLocks noGrp="1"/>
          </p:cNvSpPr>
          <p:nvPr>
            <p:ph type="title"/>
          </p:nvPr>
        </p:nvSpPr>
        <p:spPr>
          <a:xfrm>
            <a:off x="720000" y="1092013"/>
            <a:ext cx="3519600" cy="184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PH" dirty="0"/>
              <a:t>Insights from Dashboards</a:t>
            </a:r>
            <a:endParaRPr dirty="0"/>
          </a:p>
        </p:txBody>
      </p:sp>
      <p:sp>
        <p:nvSpPr>
          <p:cNvPr id="2049" name="Google Shape;2049;p46"/>
          <p:cNvSpPr txBox="1">
            <a:spLocks noGrp="1"/>
          </p:cNvSpPr>
          <p:nvPr>
            <p:ph type="subTitle" idx="1"/>
          </p:nvPr>
        </p:nvSpPr>
        <p:spPr>
          <a:xfrm>
            <a:off x="720000" y="2935188"/>
            <a:ext cx="3519600" cy="1429904"/>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dirty="0"/>
              <a:t>AWS dominates platform usage.</a:t>
            </a:r>
          </a:p>
          <a:p>
            <a:pPr>
              <a:buFont typeface="Arial" panose="020B0604020202020204" pitchFamily="34" charset="0"/>
              <a:buChar char="•"/>
            </a:pPr>
            <a:r>
              <a:rPr lang="en-US" dirty="0"/>
              <a:t>Angular and Express lead web framework interest.</a:t>
            </a:r>
          </a:p>
          <a:p>
            <a:pPr>
              <a:buFont typeface="Arial" panose="020B0604020202020204" pitchFamily="34" charset="0"/>
              <a:buChar char="•"/>
            </a:pPr>
            <a:r>
              <a:rPr lang="en-US" dirty="0"/>
              <a:t>Most respondents are aged 25–44 with bachelor’s degrees.</a:t>
            </a:r>
          </a:p>
        </p:txBody>
      </p:sp>
      <p:grpSp>
        <p:nvGrpSpPr>
          <p:cNvPr id="2050" name="Google Shape;2050;p46"/>
          <p:cNvGrpSpPr/>
          <p:nvPr/>
        </p:nvGrpSpPr>
        <p:grpSpPr>
          <a:xfrm flipH="1">
            <a:off x="5382758" y="533879"/>
            <a:ext cx="49100" cy="695487"/>
            <a:chOff x="5412273" y="539494"/>
            <a:chExt cx="59400" cy="841383"/>
          </a:xfrm>
        </p:grpSpPr>
        <p:sp>
          <p:nvSpPr>
            <p:cNvPr id="2051" name="Google Shape;2051;p46"/>
            <p:cNvSpPr/>
            <p:nvPr/>
          </p:nvSpPr>
          <p:spPr>
            <a:xfrm>
              <a:off x="5412273" y="539494"/>
              <a:ext cx="59400" cy="86991"/>
            </a:xfrm>
            <a:custGeom>
              <a:avLst/>
              <a:gdLst/>
              <a:ahLst/>
              <a:cxnLst/>
              <a:rect l="l" t="t" r="r" b="b"/>
              <a:pathLst>
                <a:path w="377" h="552" extrusionOk="0">
                  <a:moveTo>
                    <a:pt x="1" y="0"/>
                  </a:moveTo>
                  <a:lnTo>
                    <a:pt x="1" y="552"/>
                  </a:lnTo>
                  <a:lnTo>
                    <a:pt x="377" y="552"/>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6"/>
            <p:cNvSpPr/>
            <p:nvPr/>
          </p:nvSpPr>
          <p:spPr>
            <a:xfrm>
              <a:off x="5412273" y="665883"/>
              <a:ext cx="59400" cy="86991"/>
            </a:xfrm>
            <a:custGeom>
              <a:avLst/>
              <a:gdLst/>
              <a:ahLst/>
              <a:cxnLst/>
              <a:rect l="l" t="t" r="r" b="b"/>
              <a:pathLst>
                <a:path w="377" h="552" extrusionOk="0">
                  <a:moveTo>
                    <a:pt x="1" y="0"/>
                  </a:moveTo>
                  <a:lnTo>
                    <a:pt x="1" y="552"/>
                  </a:lnTo>
                  <a:lnTo>
                    <a:pt x="377" y="552"/>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6"/>
            <p:cNvSpPr/>
            <p:nvPr/>
          </p:nvSpPr>
          <p:spPr>
            <a:xfrm>
              <a:off x="5412273" y="792272"/>
              <a:ext cx="59400" cy="86991"/>
            </a:xfrm>
            <a:custGeom>
              <a:avLst/>
              <a:gdLst/>
              <a:ahLst/>
              <a:cxnLst/>
              <a:rect l="l" t="t" r="r" b="b"/>
              <a:pathLst>
                <a:path w="377" h="552" extrusionOk="0">
                  <a:moveTo>
                    <a:pt x="1" y="0"/>
                  </a:moveTo>
                  <a:lnTo>
                    <a:pt x="1" y="552"/>
                  </a:lnTo>
                  <a:lnTo>
                    <a:pt x="377" y="552"/>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6"/>
            <p:cNvSpPr/>
            <p:nvPr/>
          </p:nvSpPr>
          <p:spPr>
            <a:xfrm>
              <a:off x="5412273" y="918660"/>
              <a:ext cx="59400" cy="83051"/>
            </a:xfrm>
            <a:custGeom>
              <a:avLst/>
              <a:gdLst/>
              <a:ahLst/>
              <a:cxnLst/>
              <a:rect l="l" t="t" r="r" b="b"/>
              <a:pathLst>
                <a:path w="377" h="527" extrusionOk="0">
                  <a:moveTo>
                    <a:pt x="1" y="0"/>
                  </a:moveTo>
                  <a:lnTo>
                    <a:pt x="1" y="527"/>
                  </a:lnTo>
                  <a:lnTo>
                    <a:pt x="377" y="527"/>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6"/>
            <p:cNvSpPr/>
            <p:nvPr/>
          </p:nvSpPr>
          <p:spPr>
            <a:xfrm>
              <a:off x="5412273" y="1045049"/>
              <a:ext cx="59400" cy="83051"/>
            </a:xfrm>
            <a:custGeom>
              <a:avLst/>
              <a:gdLst/>
              <a:ahLst/>
              <a:cxnLst/>
              <a:rect l="l" t="t" r="r" b="b"/>
              <a:pathLst>
                <a:path w="377" h="527" extrusionOk="0">
                  <a:moveTo>
                    <a:pt x="1" y="0"/>
                  </a:moveTo>
                  <a:lnTo>
                    <a:pt x="1" y="527"/>
                  </a:lnTo>
                  <a:lnTo>
                    <a:pt x="377" y="527"/>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6"/>
            <p:cNvSpPr/>
            <p:nvPr/>
          </p:nvSpPr>
          <p:spPr>
            <a:xfrm>
              <a:off x="5412273" y="1171438"/>
              <a:ext cx="59400" cy="83051"/>
            </a:xfrm>
            <a:custGeom>
              <a:avLst/>
              <a:gdLst/>
              <a:ahLst/>
              <a:cxnLst/>
              <a:rect l="l" t="t" r="r" b="b"/>
              <a:pathLst>
                <a:path w="377" h="527" extrusionOk="0">
                  <a:moveTo>
                    <a:pt x="1" y="0"/>
                  </a:moveTo>
                  <a:lnTo>
                    <a:pt x="1" y="527"/>
                  </a:lnTo>
                  <a:lnTo>
                    <a:pt x="377" y="527"/>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6"/>
            <p:cNvSpPr/>
            <p:nvPr/>
          </p:nvSpPr>
          <p:spPr>
            <a:xfrm>
              <a:off x="5412273" y="1297826"/>
              <a:ext cx="59400" cy="83051"/>
            </a:xfrm>
            <a:custGeom>
              <a:avLst/>
              <a:gdLst/>
              <a:ahLst/>
              <a:cxnLst/>
              <a:rect l="l" t="t" r="r" b="b"/>
              <a:pathLst>
                <a:path w="377" h="527" extrusionOk="0">
                  <a:moveTo>
                    <a:pt x="1" y="0"/>
                  </a:moveTo>
                  <a:lnTo>
                    <a:pt x="1" y="527"/>
                  </a:lnTo>
                  <a:lnTo>
                    <a:pt x="377" y="527"/>
                  </a:lnTo>
                  <a:lnTo>
                    <a:pt x="3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1548;p35">
            <a:extLst>
              <a:ext uri="{FF2B5EF4-FFF2-40B4-BE49-F238E27FC236}">
                <a16:creationId xmlns:a16="http://schemas.microsoft.com/office/drawing/2014/main" id="{BEF0C81C-C349-4B75-8D72-93E1D7EBCC83}"/>
              </a:ext>
            </a:extLst>
          </p:cNvPr>
          <p:cNvSpPr txBox="1">
            <a:spLocks/>
          </p:cNvSpPr>
          <p:nvPr/>
        </p:nvSpPr>
        <p:spPr>
          <a:xfrm>
            <a:off x="813425" y="986096"/>
            <a:ext cx="1482300" cy="770400"/>
          </a:xfrm>
          <a:prstGeom prst="rect">
            <a:avLst/>
          </a:prstGeom>
          <a:solidFill>
            <a:srgbClr val="D8E4F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rtl="0">
              <a:buClrTx/>
              <a:buFontTx/>
            </a:pPr>
            <a:r>
              <a:rPr lang="en" sz="6000" b="1" dirty="0">
                <a:solidFill>
                  <a:srgbClr val="1F3374"/>
                </a:solidFill>
                <a:latin typeface="Barlow Semi Condensed" panose="00000506000000000000" pitchFamily="2" charset="0"/>
              </a:rPr>
              <a:t>07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7"/>
        <p:cNvGrpSpPr/>
        <p:nvPr/>
      </p:nvGrpSpPr>
      <p:grpSpPr>
        <a:xfrm>
          <a:off x="0" y="0"/>
          <a:ext cx="0" cy="0"/>
          <a:chOff x="0" y="0"/>
          <a:chExt cx="0" cy="0"/>
        </a:xfrm>
      </p:grpSpPr>
      <p:sp>
        <p:nvSpPr>
          <p:cNvPr id="2068" name="Google Shape;2068;p48"/>
          <p:cNvSpPr txBox="1">
            <a:spLocks noGrp="1"/>
          </p:cNvSpPr>
          <p:nvPr>
            <p:ph type="subTitle" idx="1"/>
          </p:nvPr>
        </p:nvSpPr>
        <p:spPr>
          <a:xfrm>
            <a:off x="4274997" y="2466153"/>
            <a:ext cx="4087800" cy="1704715"/>
          </a:xfrm>
          <a:prstGeom prst="rect">
            <a:avLst/>
          </a:prstGeom>
        </p:spPr>
        <p:txBody>
          <a:bodyPr spcFirstLastPara="1" wrap="square" lIns="91425" tIns="91425" rIns="91425" bIns="91425" anchor="ctr" anchorCtr="0">
            <a:noAutofit/>
          </a:bodyPr>
          <a:lstStyle/>
          <a:p>
            <a:pPr>
              <a:buFont typeface="Arial" panose="020B0604020202020204" pitchFamily="34" charset="0"/>
              <a:buChar char="•"/>
            </a:pPr>
            <a:r>
              <a:rPr lang="en-US" dirty="0"/>
              <a:t>Technology trends indicate strong demand for cloud platforms and modern frameworks.</a:t>
            </a:r>
          </a:p>
          <a:p>
            <a:pPr>
              <a:buFont typeface="Arial" panose="020B0604020202020204" pitchFamily="34" charset="0"/>
              <a:buChar char="•"/>
            </a:pPr>
            <a:r>
              <a:rPr lang="en-US" dirty="0"/>
              <a:t>These insights can guide learning paths and workforce planning.</a:t>
            </a:r>
          </a:p>
        </p:txBody>
      </p:sp>
      <p:sp>
        <p:nvSpPr>
          <p:cNvPr id="2069" name="Google Shape;2069;p48"/>
          <p:cNvSpPr txBox="1">
            <a:spLocks noGrp="1"/>
          </p:cNvSpPr>
          <p:nvPr>
            <p:ph type="title"/>
          </p:nvPr>
        </p:nvSpPr>
        <p:spPr>
          <a:xfrm>
            <a:off x="4169994" y="864982"/>
            <a:ext cx="4087800" cy="148645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Overall Findings and Implications</a:t>
            </a:r>
            <a:endParaRPr dirty="0"/>
          </a:p>
        </p:txBody>
      </p:sp>
      <p:grpSp>
        <p:nvGrpSpPr>
          <p:cNvPr id="2074" name="Google Shape;2074;p48"/>
          <p:cNvGrpSpPr/>
          <p:nvPr/>
        </p:nvGrpSpPr>
        <p:grpSpPr>
          <a:xfrm>
            <a:off x="314036" y="1875942"/>
            <a:ext cx="3315402" cy="2338830"/>
            <a:chOff x="5185625" y="1331837"/>
            <a:chExt cx="3535674" cy="2494219"/>
          </a:xfrm>
        </p:grpSpPr>
        <p:sp>
          <p:nvSpPr>
            <p:cNvPr id="2075" name="Google Shape;2075;p48"/>
            <p:cNvSpPr/>
            <p:nvPr/>
          </p:nvSpPr>
          <p:spPr>
            <a:xfrm>
              <a:off x="6834196" y="1331837"/>
              <a:ext cx="169152" cy="171462"/>
            </a:xfrm>
            <a:custGeom>
              <a:avLst/>
              <a:gdLst/>
              <a:ahLst/>
              <a:cxnLst/>
              <a:rect l="l" t="t" r="r" b="b"/>
              <a:pathLst>
                <a:path w="1831" h="1856" extrusionOk="0">
                  <a:moveTo>
                    <a:pt x="928" y="402"/>
                  </a:moveTo>
                  <a:cubicBezTo>
                    <a:pt x="1204" y="402"/>
                    <a:pt x="1429" y="652"/>
                    <a:pt x="1429" y="928"/>
                  </a:cubicBezTo>
                  <a:cubicBezTo>
                    <a:pt x="1429" y="1204"/>
                    <a:pt x="1204" y="1429"/>
                    <a:pt x="928" y="1429"/>
                  </a:cubicBezTo>
                  <a:cubicBezTo>
                    <a:pt x="627" y="1429"/>
                    <a:pt x="402" y="1204"/>
                    <a:pt x="402" y="928"/>
                  </a:cubicBezTo>
                  <a:cubicBezTo>
                    <a:pt x="402" y="652"/>
                    <a:pt x="627" y="402"/>
                    <a:pt x="928" y="402"/>
                  </a:cubicBezTo>
                  <a:close/>
                  <a:moveTo>
                    <a:pt x="928" y="1"/>
                  </a:moveTo>
                  <a:cubicBezTo>
                    <a:pt x="402" y="1"/>
                    <a:pt x="1" y="402"/>
                    <a:pt x="1" y="928"/>
                  </a:cubicBezTo>
                  <a:cubicBezTo>
                    <a:pt x="1" y="1429"/>
                    <a:pt x="402" y="1855"/>
                    <a:pt x="928" y="1855"/>
                  </a:cubicBezTo>
                  <a:cubicBezTo>
                    <a:pt x="1429" y="1855"/>
                    <a:pt x="1830" y="1429"/>
                    <a:pt x="1830" y="928"/>
                  </a:cubicBezTo>
                  <a:cubicBezTo>
                    <a:pt x="1830" y="402"/>
                    <a:pt x="1429" y="1"/>
                    <a:pt x="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8"/>
            <p:cNvSpPr/>
            <p:nvPr/>
          </p:nvSpPr>
          <p:spPr>
            <a:xfrm>
              <a:off x="8191023" y="1838925"/>
              <a:ext cx="159822" cy="157512"/>
            </a:xfrm>
            <a:custGeom>
              <a:avLst/>
              <a:gdLst/>
              <a:ahLst/>
              <a:cxnLst/>
              <a:rect l="l" t="t" r="r" b="b"/>
              <a:pathLst>
                <a:path w="1730" h="1705" extrusionOk="0">
                  <a:moveTo>
                    <a:pt x="301" y="0"/>
                  </a:moveTo>
                  <a:lnTo>
                    <a:pt x="0" y="301"/>
                  </a:lnTo>
                  <a:lnTo>
                    <a:pt x="1429" y="1705"/>
                  </a:lnTo>
                  <a:lnTo>
                    <a:pt x="1730" y="1429"/>
                  </a:lnTo>
                  <a:lnTo>
                    <a:pt x="3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8"/>
            <p:cNvSpPr/>
            <p:nvPr/>
          </p:nvSpPr>
          <p:spPr>
            <a:xfrm>
              <a:off x="8193332" y="1841235"/>
              <a:ext cx="155203" cy="155203"/>
            </a:xfrm>
            <a:custGeom>
              <a:avLst/>
              <a:gdLst/>
              <a:ahLst/>
              <a:cxnLst/>
              <a:rect l="l" t="t" r="r" b="b"/>
              <a:pathLst>
                <a:path w="1680" h="1680" extrusionOk="0">
                  <a:moveTo>
                    <a:pt x="1379" y="0"/>
                  </a:moveTo>
                  <a:lnTo>
                    <a:pt x="0" y="1404"/>
                  </a:lnTo>
                  <a:lnTo>
                    <a:pt x="276" y="1680"/>
                  </a:lnTo>
                  <a:lnTo>
                    <a:pt x="1680" y="276"/>
                  </a:lnTo>
                  <a:lnTo>
                    <a:pt x="13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8"/>
            <p:cNvSpPr/>
            <p:nvPr/>
          </p:nvSpPr>
          <p:spPr>
            <a:xfrm>
              <a:off x="5620933" y="1537943"/>
              <a:ext cx="101990" cy="2257551"/>
            </a:xfrm>
            <a:custGeom>
              <a:avLst/>
              <a:gdLst/>
              <a:ahLst/>
              <a:cxnLst/>
              <a:rect l="l" t="t" r="r" b="b"/>
              <a:pathLst>
                <a:path w="1104" h="24437" extrusionOk="0">
                  <a:moveTo>
                    <a:pt x="552" y="0"/>
                  </a:moveTo>
                  <a:cubicBezTo>
                    <a:pt x="251" y="0"/>
                    <a:pt x="1" y="251"/>
                    <a:pt x="1" y="552"/>
                  </a:cubicBezTo>
                  <a:lnTo>
                    <a:pt x="1" y="24436"/>
                  </a:lnTo>
                  <a:lnTo>
                    <a:pt x="1103" y="24436"/>
                  </a:lnTo>
                  <a:lnTo>
                    <a:pt x="1103" y="552"/>
                  </a:lnTo>
                  <a:cubicBezTo>
                    <a:pt x="1103" y="251"/>
                    <a:pt x="853" y="0"/>
                    <a:pt x="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8"/>
            <p:cNvSpPr/>
            <p:nvPr/>
          </p:nvSpPr>
          <p:spPr>
            <a:xfrm>
              <a:off x="5771424" y="1841235"/>
              <a:ext cx="104300" cy="1954259"/>
            </a:xfrm>
            <a:custGeom>
              <a:avLst/>
              <a:gdLst/>
              <a:ahLst/>
              <a:cxnLst/>
              <a:rect l="l" t="t" r="r" b="b"/>
              <a:pathLst>
                <a:path w="1129" h="21154" extrusionOk="0">
                  <a:moveTo>
                    <a:pt x="552" y="0"/>
                  </a:moveTo>
                  <a:cubicBezTo>
                    <a:pt x="251" y="0"/>
                    <a:pt x="1" y="251"/>
                    <a:pt x="1" y="577"/>
                  </a:cubicBezTo>
                  <a:lnTo>
                    <a:pt x="1" y="21153"/>
                  </a:lnTo>
                  <a:lnTo>
                    <a:pt x="1129" y="21153"/>
                  </a:lnTo>
                  <a:lnTo>
                    <a:pt x="1129" y="577"/>
                  </a:lnTo>
                  <a:cubicBezTo>
                    <a:pt x="1129" y="251"/>
                    <a:pt x="878" y="0"/>
                    <a:pt x="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8"/>
            <p:cNvSpPr/>
            <p:nvPr/>
          </p:nvSpPr>
          <p:spPr>
            <a:xfrm>
              <a:off x="5924226" y="1956990"/>
              <a:ext cx="101990" cy="1838504"/>
            </a:xfrm>
            <a:custGeom>
              <a:avLst/>
              <a:gdLst/>
              <a:ahLst/>
              <a:cxnLst/>
              <a:rect l="l" t="t" r="r" b="b"/>
              <a:pathLst>
                <a:path w="1104" h="19901" extrusionOk="0">
                  <a:moveTo>
                    <a:pt x="552" y="1"/>
                  </a:moveTo>
                  <a:cubicBezTo>
                    <a:pt x="252" y="1"/>
                    <a:pt x="1" y="251"/>
                    <a:pt x="1" y="552"/>
                  </a:cubicBezTo>
                  <a:lnTo>
                    <a:pt x="1" y="19900"/>
                  </a:lnTo>
                  <a:lnTo>
                    <a:pt x="1104" y="19900"/>
                  </a:lnTo>
                  <a:lnTo>
                    <a:pt x="1104" y="552"/>
                  </a:lnTo>
                  <a:cubicBezTo>
                    <a:pt x="1104" y="251"/>
                    <a:pt x="853"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8"/>
            <p:cNvSpPr/>
            <p:nvPr/>
          </p:nvSpPr>
          <p:spPr>
            <a:xfrm>
              <a:off x="6077119" y="2373728"/>
              <a:ext cx="101898" cy="1421767"/>
            </a:xfrm>
            <a:custGeom>
              <a:avLst/>
              <a:gdLst/>
              <a:ahLst/>
              <a:cxnLst/>
              <a:rect l="l" t="t" r="r" b="b"/>
              <a:pathLst>
                <a:path w="1103" h="15390" extrusionOk="0">
                  <a:moveTo>
                    <a:pt x="551" y="1"/>
                  </a:moveTo>
                  <a:cubicBezTo>
                    <a:pt x="251" y="1"/>
                    <a:pt x="0" y="251"/>
                    <a:pt x="0" y="552"/>
                  </a:cubicBezTo>
                  <a:lnTo>
                    <a:pt x="0" y="15389"/>
                  </a:lnTo>
                  <a:lnTo>
                    <a:pt x="1103" y="15389"/>
                  </a:lnTo>
                  <a:lnTo>
                    <a:pt x="1103" y="552"/>
                  </a:lnTo>
                  <a:cubicBezTo>
                    <a:pt x="1103" y="251"/>
                    <a:pt x="852" y="1"/>
                    <a:pt x="5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8"/>
            <p:cNvSpPr/>
            <p:nvPr/>
          </p:nvSpPr>
          <p:spPr>
            <a:xfrm>
              <a:off x="6227611" y="2146836"/>
              <a:ext cx="104207" cy="1648658"/>
            </a:xfrm>
            <a:custGeom>
              <a:avLst/>
              <a:gdLst/>
              <a:ahLst/>
              <a:cxnLst/>
              <a:rect l="l" t="t" r="r" b="b"/>
              <a:pathLst>
                <a:path w="1128" h="17846" extrusionOk="0">
                  <a:moveTo>
                    <a:pt x="552" y="1"/>
                  </a:moveTo>
                  <a:cubicBezTo>
                    <a:pt x="251" y="1"/>
                    <a:pt x="0" y="251"/>
                    <a:pt x="0" y="552"/>
                  </a:cubicBezTo>
                  <a:lnTo>
                    <a:pt x="0" y="17845"/>
                  </a:lnTo>
                  <a:lnTo>
                    <a:pt x="1128" y="17845"/>
                  </a:lnTo>
                  <a:lnTo>
                    <a:pt x="1128" y="552"/>
                  </a:lnTo>
                  <a:cubicBezTo>
                    <a:pt x="1128" y="251"/>
                    <a:pt x="877"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8"/>
            <p:cNvSpPr/>
            <p:nvPr/>
          </p:nvSpPr>
          <p:spPr>
            <a:xfrm>
              <a:off x="6380412" y="1841235"/>
              <a:ext cx="101990" cy="1954259"/>
            </a:xfrm>
            <a:custGeom>
              <a:avLst/>
              <a:gdLst/>
              <a:ahLst/>
              <a:cxnLst/>
              <a:rect l="l" t="t" r="r" b="b"/>
              <a:pathLst>
                <a:path w="1104" h="21154" extrusionOk="0">
                  <a:moveTo>
                    <a:pt x="552" y="0"/>
                  </a:moveTo>
                  <a:cubicBezTo>
                    <a:pt x="251" y="0"/>
                    <a:pt x="0" y="251"/>
                    <a:pt x="0" y="577"/>
                  </a:cubicBezTo>
                  <a:lnTo>
                    <a:pt x="0" y="21153"/>
                  </a:lnTo>
                  <a:lnTo>
                    <a:pt x="1103" y="21153"/>
                  </a:lnTo>
                  <a:lnTo>
                    <a:pt x="1103" y="577"/>
                  </a:lnTo>
                  <a:cubicBezTo>
                    <a:pt x="1103" y="251"/>
                    <a:pt x="852" y="0"/>
                    <a:pt x="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8"/>
            <p:cNvSpPr/>
            <p:nvPr/>
          </p:nvSpPr>
          <p:spPr>
            <a:xfrm>
              <a:off x="6533213" y="1537943"/>
              <a:ext cx="101990" cy="2257551"/>
            </a:xfrm>
            <a:custGeom>
              <a:avLst/>
              <a:gdLst/>
              <a:ahLst/>
              <a:cxnLst/>
              <a:rect l="l" t="t" r="r" b="b"/>
              <a:pathLst>
                <a:path w="1104" h="24437" extrusionOk="0">
                  <a:moveTo>
                    <a:pt x="552" y="0"/>
                  </a:moveTo>
                  <a:cubicBezTo>
                    <a:pt x="251" y="0"/>
                    <a:pt x="0" y="251"/>
                    <a:pt x="0" y="552"/>
                  </a:cubicBezTo>
                  <a:lnTo>
                    <a:pt x="0" y="24436"/>
                  </a:lnTo>
                  <a:lnTo>
                    <a:pt x="1103" y="24436"/>
                  </a:lnTo>
                  <a:lnTo>
                    <a:pt x="1103" y="552"/>
                  </a:lnTo>
                  <a:cubicBezTo>
                    <a:pt x="1103" y="251"/>
                    <a:pt x="853" y="0"/>
                    <a:pt x="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8"/>
            <p:cNvSpPr/>
            <p:nvPr/>
          </p:nvSpPr>
          <p:spPr>
            <a:xfrm>
              <a:off x="6683705" y="2563666"/>
              <a:ext cx="104300" cy="1231828"/>
            </a:xfrm>
            <a:custGeom>
              <a:avLst/>
              <a:gdLst/>
              <a:ahLst/>
              <a:cxnLst/>
              <a:rect l="l" t="t" r="r" b="b"/>
              <a:pathLst>
                <a:path w="1129" h="13334" extrusionOk="0">
                  <a:moveTo>
                    <a:pt x="577" y="0"/>
                  </a:moveTo>
                  <a:cubicBezTo>
                    <a:pt x="251" y="0"/>
                    <a:pt x="1" y="251"/>
                    <a:pt x="1" y="576"/>
                  </a:cubicBezTo>
                  <a:lnTo>
                    <a:pt x="1" y="13333"/>
                  </a:lnTo>
                  <a:lnTo>
                    <a:pt x="1128" y="13333"/>
                  </a:lnTo>
                  <a:lnTo>
                    <a:pt x="1128" y="576"/>
                  </a:lnTo>
                  <a:cubicBezTo>
                    <a:pt x="1128" y="251"/>
                    <a:pt x="878" y="0"/>
                    <a:pt x="5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8"/>
            <p:cNvSpPr/>
            <p:nvPr/>
          </p:nvSpPr>
          <p:spPr>
            <a:xfrm>
              <a:off x="6836506" y="2413083"/>
              <a:ext cx="101990" cy="1382412"/>
            </a:xfrm>
            <a:custGeom>
              <a:avLst/>
              <a:gdLst/>
              <a:ahLst/>
              <a:cxnLst/>
              <a:rect l="l" t="t" r="r" b="b"/>
              <a:pathLst>
                <a:path w="1104" h="14964" extrusionOk="0">
                  <a:moveTo>
                    <a:pt x="552" y="1"/>
                  </a:moveTo>
                  <a:cubicBezTo>
                    <a:pt x="251" y="1"/>
                    <a:pt x="1" y="252"/>
                    <a:pt x="1" y="552"/>
                  </a:cubicBezTo>
                  <a:lnTo>
                    <a:pt x="1" y="14963"/>
                  </a:lnTo>
                  <a:lnTo>
                    <a:pt x="1103" y="14963"/>
                  </a:lnTo>
                  <a:lnTo>
                    <a:pt x="1103" y="552"/>
                  </a:lnTo>
                  <a:cubicBezTo>
                    <a:pt x="1103" y="252"/>
                    <a:pt x="853"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8"/>
            <p:cNvSpPr/>
            <p:nvPr/>
          </p:nvSpPr>
          <p:spPr>
            <a:xfrm>
              <a:off x="6989307" y="2107481"/>
              <a:ext cx="101990" cy="1688013"/>
            </a:xfrm>
            <a:custGeom>
              <a:avLst/>
              <a:gdLst/>
              <a:ahLst/>
              <a:cxnLst/>
              <a:rect l="l" t="t" r="r" b="b"/>
              <a:pathLst>
                <a:path w="1104" h="18272" extrusionOk="0">
                  <a:moveTo>
                    <a:pt x="552" y="1"/>
                  </a:moveTo>
                  <a:cubicBezTo>
                    <a:pt x="251" y="1"/>
                    <a:pt x="1" y="251"/>
                    <a:pt x="1" y="577"/>
                  </a:cubicBezTo>
                  <a:lnTo>
                    <a:pt x="1" y="18271"/>
                  </a:lnTo>
                  <a:lnTo>
                    <a:pt x="1104" y="18271"/>
                  </a:lnTo>
                  <a:lnTo>
                    <a:pt x="1104" y="577"/>
                  </a:lnTo>
                  <a:cubicBezTo>
                    <a:pt x="1104" y="251"/>
                    <a:pt x="853"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8"/>
            <p:cNvSpPr/>
            <p:nvPr/>
          </p:nvSpPr>
          <p:spPr>
            <a:xfrm>
              <a:off x="7139799" y="1537943"/>
              <a:ext cx="104300" cy="2257551"/>
            </a:xfrm>
            <a:custGeom>
              <a:avLst/>
              <a:gdLst/>
              <a:ahLst/>
              <a:cxnLst/>
              <a:rect l="l" t="t" r="r" b="b"/>
              <a:pathLst>
                <a:path w="1129" h="24437" extrusionOk="0">
                  <a:moveTo>
                    <a:pt x="577" y="0"/>
                  </a:moveTo>
                  <a:cubicBezTo>
                    <a:pt x="252" y="0"/>
                    <a:pt x="1" y="251"/>
                    <a:pt x="1" y="552"/>
                  </a:cubicBezTo>
                  <a:lnTo>
                    <a:pt x="1" y="24436"/>
                  </a:lnTo>
                  <a:lnTo>
                    <a:pt x="1129" y="24436"/>
                  </a:lnTo>
                  <a:lnTo>
                    <a:pt x="1129" y="552"/>
                  </a:lnTo>
                  <a:cubicBezTo>
                    <a:pt x="1129" y="251"/>
                    <a:pt x="878" y="0"/>
                    <a:pt x="5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8"/>
            <p:cNvSpPr/>
            <p:nvPr/>
          </p:nvSpPr>
          <p:spPr>
            <a:xfrm>
              <a:off x="7292692" y="1841235"/>
              <a:ext cx="101898" cy="1954259"/>
            </a:xfrm>
            <a:custGeom>
              <a:avLst/>
              <a:gdLst/>
              <a:ahLst/>
              <a:cxnLst/>
              <a:rect l="l" t="t" r="r" b="b"/>
              <a:pathLst>
                <a:path w="1103" h="21154" extrusionOk="0">
                  <a:moveTo>
                    <a:pt x="551" y="0"/>
                  </a:moveTo>
                  <a:cubicBezTo>
                    <a:pt x="251" y="0"/>
                    <a:pt x="0" y="251"/>
                    <a:pt x="0" y="577"/>
                  </a:cubicBezTo>
                  <a:lnTo>
                    <a:pt x="0" y="21153"/>
                  </a:lnTo>
                  <a:lnTo>
                    <a:pt x="1103" y="21153"/>
                  </a:lnTo>
                  <a:lnTo>
                    <a:pt x="1103" y="577"/>
                  </a:lnTo>
                  <a:cubicBezTo>
                    <a:pt x="1103" y="251"/>
                    <a:pt x="852" y="0"/>
                    <a:pt x="5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8"/>
            <p:cNvSpPr/>
            <p:nvPr/>
          </p:nvSpPr>
          <p:spPr>
            <a:xfrm>
              <a:off x="7445493" y="2107481"/>
              <a:ext cx="101898" cy="1688013"/>
            </a:xfrm>
            <a:custGeom>
              <a:avLst/>
              <a:gdLst/>
              <a:ahLst/>
              <a:cxnLst/>
              <a:rect l="l" t="t" r="r" b="b"/>
              <a:pathLst>
                <a:path w="1103" h="18272" extrusionOk="0">
                  <a:moveTo>
                    <a:pt x="552" y="1"/>
                  </a:moveTo>
                  <a:cubicBezTo>
                    <a:pt x="251" y="1"/>
                    <a:pt x="0" y="251"/>
                    <a:pt x="0" y="577"/>
                  </a:cubicBezTo>
                  <a:lnTo>
                    <a:pt x="0" y="18271"/>
                  </a:lnTo>
                  <a:lnTo>
                    <a:pt x="1103" y="18271"/>
                  </a:lnTo>
                  <a:lnTo>
                    <a:pt x="1103" y="577"/>
                  </a:lnTo>
                  <a:cubicBezTo>
                    <a:pt x="1103" y="251"/>
                    <a:pt x="852"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8"/>
            <p:cNvSpPr/>
            <p:nvPr/>
          </p:nvSpPr>
          <p:spPr>
            <a:xfrm>
              <a:off x="7595985" y="2336683"/>
              <a:ext cx="104300" cy="1458812"/>
            </a:xfrm>
            <a:custGeom>
              <a:avLst/>
              <a:gdLst/>
              <a:ahLst/>
              <a:cxnLst/>
              <a:rect l="l" t="t" r="r" b="b"/>
              <a:pathLst>
                <a:path w="1129" h="15791" extrusionOk="0">
                  <a:moveTo>
                    <a:pt x="577" y="1"/>
                  </a:moveTo>
                  <a:cubicBezTo>
                    <a:pt x="251" y="1"/>
                    <a:pt x="0" y="251"/>
                    <a:pt x="0" y="552"/>
                  </a:cubicBezTo>
                  <a:lnTo>
                    <a:pt x="0" y="15790"/>
                  </a:lnTo>
                  <a:lnTo>
                    <a:pt x="1128" y="15790"/>
                  </a:lnTo>
                  <a:lnTo>
                    <a:pt x="1128" y="552"/>
                  </a:lnTo>
                  <a:cubicBezTo>
                    <a:pt x="1128" y="251"/>
                    <a:pt x="877" y="1"/>
                    <a:pt x="5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8"/>
            <p:cNvSpPr/>
            <p:nvPr/>
          </p:nvSpPr>
          <p:spPr>
            <a:xfrm>
              <a:off x="7748786" y="2146836"/>
              <a:ext cx="101990" cy="1648658"/>
            </a:xfrm>
            <a:custGeom>
              <a:avLst/>
              <a:gdLst/>
              <a:ahLst/>
              <a:cxnLst/>
              <a:rect l="l" t="t" r="r" b="b"/>
              <a:pathLst>
                <a:path w="1104" h="17846" extrusionOk="0">
                  <a:moveTo>
                    <a:pt x="552" y="1"/>
                  </a:moveTo>
                  <a:cubicBezTo>
                    <a:pt x="251" y="1"/>
                    <a:pt x="0" y="251"/>
                    <a:pt x="0" y="552"/>
                  </a:cubicBezTo>
                  <a:lnTo>
                    <a:pt x="0" y="17845"/>
                  </a:lnTo>
                  <a:lnTo>
                    <a:pt x="1103" y="17845"/>
                  </a:lnTo>
                  <a:lnTo>
                    <a:pt x="1103" y="552"/>
                  </a:lnTo>
                  <a:cubicBezTo>
                    <a:pt x="1103" y="251"/>
                    <a:pt x="853"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8"/>
            <p:cNvSpPr/>
            <p:nvPr/>
          </p:nvSpPr>
          <p:spPr>
            <a:xfrm>
              <a:off x="7901587" y="1917635"/>
              <a:ext cx="101990" cy="1877859"/>
            </a:xfrm>
            <a:custGeom>
              <a:avLst/>
              <a:gdLst/>
              <a:ahLst/>
              <a:cxnLst/>
              <a:rect l="l" t="t" r="r" b="b"/>
              <a:pathLst>
                <a:path w="1104" h="20327" extrusionOk="0">
                  <a:moveTo>
                    <a:pt x="552" y="0"/>
                  </a:moveTo>
                  <a:cubicBezTo>
                    <a:pt x="251" y="0"/>
                    <a:pt x="1" y="251"/>
                    <a:pt x="1" y="552"/>
                  </a:cubicBezTo>
                  <a:lnTo>
                    <a:pt x="1" y="20326"/>
                  </a:lnTo>
                  <a:lnTo>
                    <a:pt x="1103" y="20326"/>
                  </a:lnTo>
                  <a:lnTo>
                    <a:pt x="1103" y="552"/>
                  </a:lnTo>
                  <a:cubicBezTo>
                    <a:pt x="1103" y="251"/>
                    <a:pt x="853" y="0"/>
                    <a:pt x="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8"/>
            <p:cNvSpPr/>
            <p:nvPr/>
          </p:nvSpPr>
          <p:spPr>
            <a:xfrm>
              <a:off x="5363924" y="2751203"/>
              <a:ext cx="157605" cy="157512"/>
            </a:xfrm>
            <a:custGeom>
              <a:avLst/>
              <a:gdLst/>
              <a:ahLst/>
              <a:cxnLst/>
              <a:rect l="l" t="t" r="r" b="b"/>
              <a:pathLst>
                <a:path w="1706" h="1705" extrusionOk="0">
                  <a:moveTo>
                    <a:pt x="276" y="0"/>
                  </a:moveTo>
                  <a:lnTo>
                    <a:pt x="1" y="301"/>
                  </a:lnTo>
                  <a:lnTo>
                    <a:pt x="1429" y="1704"/>
                  </a:lnTo>
                  <a:lnTo>
                    <a:pt x="1705" y="1404"/>
                  </a:lnTo>
                  <a:lnTo>
                    <a:pt x="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8"/>
            <p:cNvSpPr/>
            <p:nvPr/>
          </p:nvSpPr>
          <p:spPr>
            <a:xfrm>
              <a:off x="5363924" y="2751203"/>
              <a:ext cx="157605" cy="157512"/>
            </a:xfrm>
            <a:custGeom>
              <a:avLst/>
              <a:gdLst/>
              <a:ahLst/>
              <a:cxnLst/>
              <a:rect l="l" t="t" r="r" b="b"/>
              <a:pathLst>
                <a:path w="1706" h="1705" extrusionOk="0">
                  <a:moveTo>
                    <a:pt x="1404" y="0"/>
                  </a:moveTo>
                  <a:lnTo>
                    <a:pt x="1" y="1404"/>
                  </a:lnTo>
                  <a:lnTo>
                    <a:pt x="302" y="1704"/>
                  </a:lnTo>
                  <a:lnTo>
                    <a:pt x="1705" y="301"/>
                  </a:lnTo>
                  <a:lnTo>
                    <a:pt x="14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8"/>
            <p:cNvSpPr/>
            <p:nvPr/>
          </p:nvSpPr>
          <p:spPr>
            <a:xfrm>
              <a:off x="5560792" y="3299846"/>
              <a:ext cx="3128071" cy="526211"/>
            </a:xfrm>
            <a:custGeom>
              <a:avLst/>
              <a:gdLst/>
              <a:ahLst/>
              <a:cxnLst/>
              <a:rect l="l" t="t" r="r" b="b"/>
              <a:pathLst>
                <a:path w="33860" h="5696" extrusionOk="0">
                  <a:moveTo>
                    <a:pt x="16024" y="1"/>
                  </a:moveTo>
                  <a:cubicBezTo>
                    <a:pt x="14503" y="1"/>
                    <a:pt x="13074" y="526"/>
                    <a:pt x="12080" y="1109"/>
                  </a:cubicBezTo>
                  <a:cubicBezTo>
                    <a:pt x="10805" y="1851"/>
                    <a:pt x="9601" y="3129"/>
                    <a:pt x="7844" y="3129"/>
                  </a:cubicBezTo>
                  <a:cubicBezTo>
                    <a:pt x="7288" y="3129"/>
                    <a:pt x="6677" y="3001"/>
                    <a:pt x="5990" y="2688"/>
                  </a:cubicBezTo>
                  <a:cubicBezTo>
                    <a:pt x="5615" y="2516"/>
                    <a:pt x="5235" y="2442"/>
                    <a:pt x="4858" y="2442"/>
                  </a:cubicBezTo>
                  <a:cubicBezTo>
                    <a:pt x="2364" y="2442"/>
                    <a:pt x="0" y="5695"/>
                    <a:pt x="0" y="5695"/>
                  </a:cubicBezTo>
                  <a:lnTo>
                    <a:pt x="33860" y="5695"/>
                  </a:lnTo>
                  <a:cubicBezTo>
                    <a:pt x="32762" y="2945"/>
                    <a:pt x="30793" y="2179"/>
                    <a:pt x="28930" y="2179"/>
                  </a:cubicBezTo>
                  <a:cubicBezTo>
                    <a:pt x="27348" y="2179"/>
                    <a:pt x="25842" y="2732"/>
                    <a:pt x="25013" y="3089"/>
                  </a:cubicBezTo>
                  <a:cubicBezTo>
                    <a:pt x="24550" y="3285"/>
                    <a:pt x="24138" y="3379"/>
                    <a:pt x="23737" y="3379"/>
                  </a:cubicBezTo>
                  <a:cubicBezTo>
                    <a:pt x="22552" y="3379"/>
                    <a:pt x="21472" y="2557"/>
                    <a:pt x="19524" y="1134"/>
                  </a:cubicBezTo>
                  <a:cubicBezTo>
                    <a:pt x="18405" y="308"/>
                    <a:pt x="17188" y="1"/>
                    <a:pt x="16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8"/>
            <p:cNvSpPr/>
            <p:nvPr/>
          </p:nvSpPr>
          <p:spPr>
            <a:xfrm>
              <a:off x="5185625" y="2822984"/>
              <a:ext cx="3230062" cy="956251"/>
            </a:xfrm>
            <a:custGeom>
              <a:avLst/>
              <a:gdLst/>
              <a:ahLst/>
              <a:cxnLst/>
              <a:rect l="l" t="t" r="r" b="b"/>
              <a:pathLst>
                <a:path w="34964" h="10351" extrusionOk="0">
                  <a:moveTo>
                    <a:pt x="12232" y="0"/>
                  </a:moveTo>
                  <a:cubicBezTo>
                    <a:pt x="11530" y="25"/>
                    <a:pt x="10803" y="551"/>
                    <a:pt x="10076" y="1554"/>
                  </a:cubicBezTo>
                  <a:cubicBezTo>
                    <a:pt x="9024" y="2957"/>
                    <a:pt x="7520" y="3684"/>
                    <a:pt x="5665" y="3684"/>
                  </a:cubicBezTo>
                  <a:cubicBezTo>
                    <a:pt x="4061" y="3684"/>
                    <a:pt x="2783" y="4186"/>
                    <a:pt x="1856" y="5163"/>
                  </a:cubicBezTo>
                  <a:cubicBezTo>
                    <a:pt x="1" y="7118"/>
                    <a:pt x="101" y="10226"/>
                    <a:pt x="126" y="10351"/>
                  </a:cubicBezTo>
                  <a:lnTo>
                    <a:pt x="527" y="10326"/>
                  </a:lnTo>
                  <a:cubicBezTo>
                    <a:pt x="527" y="10301"/>
                    <a:pt x="427" y="7268"/>
                    <a:pt x="2156" y="5464"/>
                  </a:cubicBezTo>
                  <a:cubicBezTo>
                    <a:pt x="3008" y="4561"/>
                    <a:pt x="4186" y="4110"/>
                    <a:pt x="5665" y="4110"/>
                  </a:cubicBezTo>
                  <a:cubicBezTo>
                    <a:pt x="7670" y="4110"/>
                    <a:pt x="9249" y="3333"/>
                    <a:pt x="10402" y="1780"/>
                  </a:cubicBezTo>
                  <a:cubicBezTo>
                    <a:pt x="11054" y="902"/>
                    <a:pt x="11680" y="426"/>
                    <a:pt x="12257" y="426"/>
                  </a:cubicBezTo>
                  <a:cubicBezTo>
                    <a:pt x="12683" y="426"/>
                    <a:pt x="13084" y="627"/>
                    <a:pt x="13485" y="1103"/>
                  </a:cubicBezTo>
                  <a:cubicBezTo>
                    <a:pt x="13861" y="1554"/>
                    <a:pt x="14111" y="2055"/>
                    <a:pt x="14337" y="2506"/>
                  </a:cubicBezTo>
                  <a:cubicBezTo>
                    <a:pt x="14713" y="3233"/>
                    <a:pt x="15064" y="3935"/>
                    <a:pt x="15916" y="4085"/>
                  </a:cubicBezTo>
                  <a:cubicBezTo>
                    <a:pt x="15974" y="4097"/>
                    <a:pt x="16031" y="4103"/>
                    <a:pt x="16088" y="4103"/>
                  </a:cubicBezTo>
                  <a:cubicBezTo>
                    <a:pt x="16739" y="4103"/>
                    <a:pt x="17294" y="3338"/>
                    <a:pt x="17871" y="2531"/>
                  </a:cubicBezTo>
                  <a:cubicBezTo>
                    <a:pt x="18439" y="1741"/>
                    <a:pt x="19007" y="902"/>
                    <a:pt x="19623" y="902"/>
                  </a:cubicBezTo>
                  <a:cubicBezTo>
                    <a:pt x="19632" y="902"/>
                    <a:pt x="19641" y="902"/>
                    <a:pt x="19650" y="902"/>
                  </a:cubicBezTo>
                  <a:cubicBezTo>
                    <a:pt x="20277" y="927"/>
                    <a:pt x="20803" y="1629"/>
                    <a:pt x="21354" y="2381"/>
                  </a:cubicBezTo>
                  <a:cubicBezTo>
                    <a:pt x="21981" y="3208"/>
                    <a:pt x="22633" y="4085"/>
                    <a:pt x="23535" y="4110"/>
                  </a:cubicBezTo>
                  <a:cubicBezTo>
                    <a:pt x="24136" y="4110"/>
                    <a:pt x="24613" y="3885"/>
                    <a:pt x="25064" y="3659"/>
                  </a:cubicBezTo>
                  <a:cubicBezTo>
                    <a:pt x="25458" y="3475"/>
                    <a:pt x="25828" y="3302"/>
                    <a:pt x="26242" y="3302"/>
                  </a:cubicBezTo>
                  <a:cubicBezTo>
                    <a:pt x="26670" y="3302"/>
                    <a:pt x="27146" y="3487"/>
                    <a:pt x="27745" y="4035"/>
                  </a:cubicBezTo>
                  <a:cubicBezTo>
                    <a:pt x="28472" y="4712"/>
                    <a:pt x="28773" y="5288"/>
                    <a:pt x="29049" y="5790"/>
                  </a:cubicBezTo>
                  <a:cubicBezTo>
                    <a:pt x="29500" y="6642"/>
                    <a:pt x="29851" y="7293"/>
                    <a:pt x="31806" y="7569"/>
                  </a:cubicBezTo>
                  <a:cubicBezTo>
                    <a:pt x="34512" y="7945"/>
                    <a:pt x="34312" y="10150"/>
                    <a:pt x="34287" y="10251"/>
                  </a:cubicBezTo>
                  <a:lnTo>
                    <a:pt x="34713" y="10276"/>
                  </a:lnTo>
                  <a:cubicBezTo>
                    <a:pt x="34713" y="10251"/>
                    <a:pt x="34964" y="7594"/>
                    <a:pt x="31856" y="7168"/>
                  </a:cubicBezTo>
                  <a:cubicBezTo>
                    <a:pt x="30126" y="6917"/>
                    <a:pt x="29851" y="6416"/>
                    <a:pt x="29400" y="5589"/>
                  </a:cubicBezTo>
                  <a:cubicBezTo>
                    <a:pt x="29149" y="5088"/>
                    <a:pt x="28798" y="4461"/>
                    <a:pt x="28021" y="3734"/>
                  </a:cubicBezTo>
                  <a:cubicBezTo>
                    <a:pt x="27327" y="3091"/>
                    <a:pt x="26760" y="2879"/>
                    <a:pt x="26255" y="2879"/>
                  </a:cubicBezTo>
                  <a:cubicBezTo>
                    <a:pt x="25759" y="2879"/>
                    <a:pt x="25324" y="3084"/>
                    <a:pt x="24888" y="3283"/>
                  </a:cubicBezTo>
                  <a:cubicBezTo>
                    <a:pt x="24486" y="3496"/>
                    <a:pt x="24107" y="3686"/>
                    <a:pt x="23645" y="3686"/>
                  </a:cubicBezTo>
                  <a:cubicBezTo>
                    <a:pt x="23617" y="3686"/>
                    <a:pt x="23589" y="3686"/>
                    <a:pt x="23560" y="3684"/>
                  </a:cubicBezTo>
                  <a:cubicBezTo>
                    <a:pt x="22858" y="3684"/>
                    <a:pt x="22257" y="2882"/>
                    <a:pt x="21680" y="2130"/>
                  </a:cubicBezTo>
                  <a:cubicBezTo>
                    <a:pt x="21104" y="1353"/>
                    <a:pt x="20477" y="526"/>
                    <a:pt x="19675" y="501"/>
                  </a:cubicBezTo>
                  <a:cubicBezTo>
                    <a:pt x="19653" y="500"/>
                    <a:pt x="19631" y="499"/>
                    <a:pt x="19609" y="499"/>
                  </a:cubicBezTo>
                  <a:cubicBezTo>
                    <a:pt x="18789" y="499"/>
                    <a:pt x="18155" y="1402"/>
                    <a:pt x="17520" y="2281"/>
                  </a:cubicBezTo>
                  <a:cubicBezTo>
                    <a:pt x="17049" y="2987"/>
                    <a:pt x="16534" y="3693"/>
                    <a:pt x="16078" y="3693"/>
                  </a:cubicBezTo>
                  <a:cubicBezTo>
                    <a:pt x="16049" y="3693"/>
                    <a:pt x="16020" y="3690"/>
                    <a:pt x="15991" y="3684"/>
                  </a:cubicBezTo>
                  <a:cubicBezTo>
                    <a:pt x="15339" y="3559"/>
                    <a:pt x="15089" y="3033"/>
                    <a:pt x="14713" y="2306"/>
                  </a:cubicBezTo>
                  <a:cubicBezTo>
                    <a:pt x="14487" y="1855"/>
                    <a:pt x="14212" y="1328"/>
                    <a:pt x="13811" y="852"/>
                  </a:cubicBezTo>
                  <a:cubicBezTo>
                    <a:pt x="13309" y="276"/>
                    <a:pt x="12783" y="0"/>
                    <a:pt x="122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8"/>
            <p:cNvSpPr/>
            <p:nvPr/>
          </p:nvSpPr>
          <p:spPr>
            <a:xfrm>
              <a:off x="8593904" y="2193120"/>
              <a:ext cx="127395" cy="766498"/>
            </a:xfrm>
            <a:custGeom>
              <a:avLst/>
              <a:gdLst/>
              <a:ahLst/>
              <a:cxnLst/>
              <a:rect l="l" t="t" r="r" b="b"/>
              <a:pathLst>
                <a:path w="1379" h="8297" extrusionOk="0">
                  <a:moveTo>
                    <a:pt x="1203" y="1"/>
                  </a:moveTo>
                  <a:lnTo>
                    <a:pt x="426" y="678"/>
                  </a:lnTo>
                  <a:cubicBezTo>
                    <a:pt x="101" y="953"/>
                    <a:pt x="76" y="1455"/>
                    <a:pt x="351" y="1805"/>
                  </a:cubicBezTo>
                  <a:lnTo>
                    <a:pt x="903" y="2407"/>
                  </a:lnTo>
                  <a:cubicBezTo>
                    <a:pt x="1003" y="2532"/>
                    <a:pt x="1053" y="2683"/>
                    <a:pt x="1028" y="2833"/>
                  </a:cubicBezTo>
                  <a:cubicBezTo>
                    <a:pt x="1028" y="2958"/>
                    <a:pt x="953" y="3109"/>
                    <a:pt x="852" y="3209"/>
                  </a:cubicBezTo>
                  <a:lnTo>
                    <a:pt x="326" y="3660"/>
                  </a:lnTo>
                  <a:cubicBezTo>
                    <a:pt x="176" y="3785"/>
                    <a:pt x="76" y="3986"/>
                    <a:pt x="50" y="4212"/>
                  </a:cubicBezTo>
                  <a:cubicBezTo>
                    <a:pt x="50" y="4412"/>
                    <a:pt x="101" y="4638"/>
                    <a:pt x="251" y="4788"/>
                  </a:cubicBezTo>
                  <a:lnTo>
                    <a:pt x="752" y="5339"/>
                  </a:lnTo>
                  <a:cubicBezTo>
                    <a:pt x="852" y="5440"/>
                    <a:pt x="903" y="5590"/>
                    <a:pt x="878" y="5765"/>
                  </a:cubicBezTo>
                  <a:cubicBezTo>
                    <a:pt x="878" y="5916"/>
                    <a:pt x="802" y="6041"/>
                    <a:pt x="677" y="6141"/>
                  </a:cubicBezTo>
                  <a:lnTo>
                    <a:pt x="326" y="6417"/>
                  </a:lnTo>
                  <a:cubicBezTo>
                    <a:pt x="126" y="6567"/>
                    <a:pt x="25" y="6768"/>
                    <a:pt x="0" y="7019"/>
                  </a:cubicBezTo>
                  <a:cubicBezTo>
                    <a:pt x="0" y="7244"/>
                    <a:pt x="101" y="7470"/>
                    <a:pt x="251" y="7620"/>
                  </a:cubicBezTo>
                  <a:lnTo>
                    <a:pt x="953" y="8297"/>
                  </a:lnTo>
                  <a:lnTo>
                    <a:pt x="1128" y="8121"/>
                  </a:lnTo>
                  <a:lnTo>
                    <a:pt x="426" y="7445"/>
                  </a:lnTo>
                  <a:cubicBezTo>
                    <a:pt x="301" y="7344"/>
                    <a:pt x="251" y="7194"/>
                    <a:pt x="251" y="7019"/>
                  </a:cubicBezTo>
                  <a:cubicBezTo>
                    <a:pt x="251" y="6868"/>
                    <a:pt x="326" y="6718"/>
                    <a:pt x="477" y="6618"/>
                  </a:cubicBezTo>
                  <a:lnTo>
                    <a:pt x="827" y="6342"/>
                  </a:lnTo>
                  <a:cubicBezTo>
                    <a:pt x="1003" y="6191"/>
                    <a:pt x="1103" y="5991"/>
                    <a:pt x="1128" y="5765"/>
                  </a:cubicBezTo>
                  <a:cubicBezTo>
                    <a:pt x="1153" y="5540"/>
                    <a:pt x="1078" y="5339"/>
                    <a:pt x="928" y="5164"/>
                  </a:cubicBezTo>
                  <a:lnTo>
                    <a:pt x="426" y="4638"/>
                  </a:lnTo>
                  <a:cubicBezTo>
                    <a:pt x="326" y="4512"/>
                    <a:pt x="276" y="4362"/>
                    <a:pt x="301" y="4212"/>
                  </a:cubicBezTo>
                  <a:cubicBezTo>
                    <a:pt x="301" y="4061"/>
                    <a:pt x="376" y="3936"/>
                    <a:pt x="477" y="3836"/>
                  </a:cubicBezTo>
                  <a:lnTo>
                    <a:pt x="1003" y="3384"/>
                  </a:lnTo>
                  <a:cubicBezTo>
                    <a:pt x="1153" y="3259"/>
                    <a:pt x="1253" y="3059"/>
                    <a:pt x="1279" y="2833"/>
                  </a:cubicBezTo>
                  <a:cubicBezTo>
                    <a:pt x="1304" y="2633"/>
                    <a:pt x="1228" y="2432"/>
                    <a:pt x="1078" y="2257"/>
                  </a:cubicBezTo>
                  <a:lnTo>
                    <a:pt x="552" y="1630"/>
                  </a:lnTo>
                  <a:cubicBezTo>
                    <a:pt x="351" y="1404"/>
                    <a:pt x="376" y="1054"/>
                    <a:pt x="602" y="853"/>
                  </a:cubicBezTo>
                  <a:lnTo>
                    <a:pt x="1379" y="176"/>
                  </a:lnTo>
                  <a:lnTo>
                    <a:pt x="12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8"/>
            <p:cNvSpPr/>
            <p:nvPr/>
          </p:nvSpPr>
          <p:spPr>
            <a:xfrm>
              <a:off x="7950181" y="3230484"/>
              <a:ext cx="41849" cy="558083"/>
            </a:xfrm>
            <a:custGeom>
              <a:avLst/>
              <a:gdLst/>
              <a:ahLst/>
              <a:cxnLst/>
              <a:rect l="l" t="t" r="r" b="b"/>
              <a:pathLst>
                <a:path w="453" h="6041" extrusionOk="0">
                  <a:moveTo>
                    <a:pt x="1" y="0"/>
                  </a:moveTo>
                  <a:lnTo>
                    <a:pt x="1" y="6040"/>
                  </a:lnTo>
                  <a:lnTo>
                    <a:pt x="452" y="6040"/>
                  </a:lnTo>
                  <a:lnTo>
                    <a:pt x="4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8"/>
            <p:cNvSpPr/>
            <p:nvPr/>
          </p:nvSpPr>
          <p:spPr>
            <a:xfrm>
              <a:off x="7762643" y="2681731"/>
              <a:ext cx="565104" cy="548844"/>
            </a:xfrm>
            <a:custGeom>
              <a:avLst/>
              <a:gdLst/>
              <a:ahLst/>
              <a:cxnLst/>
              <a:rect l="l" t="t" r="r" b="b"/>
              <a:pathLst>
                <a:path w="6117" h="5941" extrusionOk="0">
                  <a:moveTo>
                    <a:pt x="1104" y="0"/>
                  </a:moveTo>
                  <a:cubicBezTo>
                    <a:pt x="502" y="0"/>
                    <a:pt x="1" y="451"/>
                    <a:pt x="1" y="1003"/>
                  </a:cubicBezTo>
                  <a:lnTo>
                    <a:pt x="1" y="5940"/>
                  </a:lnTo>
                  <a:lnTo>
                    <a:pt x="6116" y="5940"/>
                  </a:lnTo>
                  <a:lnTo>
                    <a:pt x="6116" y="1003"/>
                  </a:lnTo>
                  <a:cubicBezTo>
                    <a:pt x="6116" y="451"/>
                    <a:pt x="5615" y="0"/>
                    <a:pt x="5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8"/>
            <p:cNvSpPr/>
            <p:nvPr/>
          </p:nvSpPr>
          <p:spPr>
            <a:xfrm>
              <a:off x="7466279" y="3207296"/>
              <a:ext cx="861467" cy="67254"/>
            </a:xfrm>
            <a:custGeom>
              <a:avLst/>
              <a:gdLst/>
              <a:ahLst/>
              <a:cxnLst/>
              <a:rect l="l" t="t" r="r" b="b"/>
              <a:pathLst>
                <a:path w="9325" h="728" extrusionOk="0">
                  <a:moveTo>
                    <a:pt x="427" y="0"/>
                  </a:moveTo>
                  <a:cubicBezTo>
                    <a:pt x="201" y="0"/>
                    <a:pt x="1" y="151"/>
                    <a:pt x="1" y="351"/>
                  </a:cubicBezTo>
                  <a:cubicBezTo>
                    <a:pt x="1" y="552"/>
                    <a:pt x="201" y="727"/>
                    <a:pt x="427" y="727"/>
                  </a:cubicBezTo>
                  <a:lnTo>
                    <a:pt x="8923" y="727"/>
                  </a:lnTo>
                  <a:cubicBezTo>
                    <a:pt x="9149" y="727"/>
                    <a:pt x="9324" y="552"/>
                    <a:pt x="9324" y="351"/>
                  </a:cubicBezTo>
                  <a:cubicBezTo>
                    <a:pt x="9324" y="151"/>
                    <a:pt x="9149" y="0"/>
                    <a:pt x="89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8"/>
            <p:cNvSpPr/>
            <p:nvPr/>
          </p:nvSpPr>
          <p:spPr>
            <a:xfrm>
              <a:off x="7714050" y="3769906"/>
              <a:ext cx="497849" cy="41757"/>
            </a:xfrm>
            <a:custGeom>
              <a:avLst/>
              <a:gdLst/>
              <a:ahLst/>
              <a:cxnLst/>
              <a:rect l="l" t="t" r="r" b="b"/>
              <a:pathLst>
                <a:path w="5389" h="452" extrusionOk="0">
                  <a:moveTo>
                    <a:pt x="0" y="1"/>
                  </a:moveTo>
                  <a:lnTo>
                    <a:pt x="0" y="452"/>
                  </a:lnTo>
                  <a:lnTo>
                    <a:pt x="5389" y="452"/>
                  </a:lnTo>
                  <a:lnTo>
                    <a:pt x="5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8"/>
            <p:cNvSpPr/>
            <p:nvPr/>
          </p:nvSpPr>
          <p:spPr>
            <a:xfrm>
              <a:off x="7709523" y="2337052"/>
              <a:ext cx="613512" cy="601225"/>
            </a:xfrm>
            <a:custGeom>
              <a:avLst/>
              <a:gdLst/>
              <a:ahLst/>
              <a:cxnLst/>
              <a:rect l="l" t="t" r="r" b="b"/>
              <a:pathLst>
                <a:path w="6641" h="6508" extrusionOk="0">
                  <a:moveTo>
                    <a:pt x="3518" y="1"/>
                  </a:moveTo>
                  <a:cubicBezTo>
                    <a:pt x="2751" y="1"/>
                    <a:pt x="1501" y="656"/>
                    <a:pt x="1578" y="2328"/>
                  </a:cubicBezTo>
                  <a:cubicBezTo>
                    <a:pt x="1603" y="3430"/>
                    <a:pt x="1102" y="3481"/>
                    <a:pt x="701" y="4007"/>
                  </a:cubicBezTo>
                  <a:cubicBezTo>
                    <a:pt x="1" y="4966"/>
                    <a:pt x="697" y="6508"/>
                    <a:pt x="2162" y="6508"/>
                  </a:cubicBezTo>
                  <a:cubicBezTo>
                    <a:pt x="2688" y="6508"/>
                    <a:pt x="3314" y="6308"/>
                    <a:pt x="4009" y="5811"/>
                  </a:cubicBezTo>
                  <a:cubicBezTo>
                    <a:pt x="6641" y="3932"/>
                    <a:pt x="5363" y="3882"/>
                    <a:pt x="5438" y="2854"/>
                  </a:cubicBezTo>
                  <a:cubicBezTo>
                    <a:pt x="5438" y="2854"/>
                    <a:pt x="4862" y="2453"/>
                    <a:pt x="4561" y="1826"/>
                  </a:cubicBezTo>
                  <a:cubicBezTo>
                    <a:pt x="4310" y="1275"/>
                    <a:pt x="4335" y="498"/>
                    <a:pt x="4034" y="172"/>
                  </a:cubicBezTo>
                  <a:cubicBezTo>
                    <a:pt x="3941" y="61"/>
                    <a:pt x="3752" y="1"/>
                    <a:pt x="3518"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8"/>
            <p:cNvSpPr/>
            <p:nvPr/>
          </p:nvSpPr>
          <p:spPr>
            <a:xfrm>
              <a:off x="7777702" y="2482555"/>
              <a:ext cx="325464" cy="427454"/>
            </a:xfrm>
            <a:custGeom>
              <a:avLst/>
              <a:gdLst/>
              <a:ahLst/>
              <a:cxnLst/>
              <a:rect l="l" t="t" r="r" b="b"/>
              <a:pathLst>
                <a:path w="3523" h="4627" extrusionOk="0">
                  <a:moveTo>
                    <a:pt x="2712" y="1"/>
                  </a:moveTo>
                  <a:cubicBezTo>
                    <a:pt x="2605" y="1"/>
                    <a:pt x="1392" y="24"/>
                    <a:pt x="1392" y="1053"/>
                  </a:cubicBezTo>
                  <a:cubicBezTo>
                    <a:pt x="1392" y="1855"/>
                    <a:pt x="966" y="1480"/>
                    <a:pt x="565" y="2081"/>
                  </a:cubicBezTo>
                  <a:cubicBezTo>
                    <a:pt x="0" y="3004"/>
                    <a:pt x="183" y="4627"/>
                    <a:pt x="960" y="4627"/>
                  </a:cubicBezTo>
                  <a:cubicBezTo>
                    <a:pt x="1322" y="4627"/>
                    <a:pt x="1814" y="4274"/>
                    <a:pt x="2419" y="3334"/>
                  </a:cubicBezTo>
                  <a:cubicBezTo>
                    <a:pt x="3447" y="1755"/>
                    <a:pt x="3522" y="1655"/>
                    <a:pt x="3472" y="1053"/>
                  </a:cubicBezTo>
                  <a:lnTo>
                    <a:pt x="2720" y="1"/>
                  </a:lnTo>
                  <a:cubicBezTo>
                    <a:pt x="2720" y="1"/>
                    <a:pt x="2717" y="1"/>
                    <a:pt x="2712" y="1"/>
                  </a:cubicBezTo>
                  <a:close/>
                </a:path>
              </a:pathLst>
            </a:custGeom>
            <a:solidFill>
              <a:srgbClr val="1D1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8"/>
            <p:cNvSpPr/>
            <p:nvPr/>
          </p:nvSpPr>
          <p:spPr>
            <a:xfrm>
              <a:off x="7742781" y="2648936"/>
              <a:ext cx="353363" cy="416553"/>
            </a:xfrm>
            <a:custGeom>
              <a:avLst/>
              <a:gdLst/>
              <a:ahLst/>
              <a:cxnLst/>
              <a:rect l="l" t="t" r="r" b="b"/>
              <a:pathLst>
                <a:path w="3825" h="4509" extrusionOk="0">
                  <a:moveTo>
                    <a:pt x="311" y="0"/>
                  </a:moveTo>
                  <a:cubicBezTo>
                    <a:pt x="200" y="0"/>
                    <a:pt x="1" y="284"/>
                    <a:pt x="266" y="2160"/>
                  </a:cubicBezTo>
                  <a:cubicBezTo>
                    <a:pt x="592" y="4215"/>
                    <a:pt x="1243" y="4390"/>
                    <a:pt x="1469" y="4466"/>
                  </a:cubicBezTo>
                  <a:cubicBezTo>
                    <a:pt x="1564" y="4496"/>
                    <a:pt x="1667" y="4509"/>
                    <a:pt x="1774" y="4509"/>
                  </a:cubicBezTo>
                  <a:cubicBezTo>
                    <a:pt x="2651" y="4509"/>
                    <a:pt x="3825" y="3613"/>
                    <a:pt x="3825" y="3613"/>
                  </a:cubicBezTo>
                  <a:lnTo>
                    <a:pt x="2872" y="2410"/>
                  </a:lnTo>
                  <a:cubicBezTo>
                    <a:pt x="2872" y="2410"/>
                    <a:pt x="2171" y="2912"/>
                    <a:pt x="1870" y="3062"/>
                  </a:cubicBezTo>
                  <a:lnTo>
                    <a:pt x="2121" y="2435"/>
                  </a:lnTo>
                  <a:lnTo>
                    <a:pt x="2271" y="1132"/>
                  </a:lnTo>
                  <a:lnTo>
                    <a:pt x="1344" y="1257"/>
                  </a:lnTo>
                  <a:cubicBezTo>
                    <a:pt x="1344" y="1257"/>
                    <a:pt x="1519" y="2711"/>
                    <a:pt x="1218" y="2736"/>
                  </a:cubicBezTo>
                  <a:cubicBezTo>
                    <a:pt x="1211" y="2737"/>
                    <a:pt x="1204" y="2738"/>
                    <a:pt x="1197" y="2738"/>
                  </a:cubicBezTo>
                  <a:cubicBezTo>
                    <a:pt x="808" y="2738"/>
                    <a:pt x="568" y="1401"/>
                    <a:pt x="642" y="1007"/>
                  </a:cubicBezTo>
                  <a:cubicBezTo>
                    <a:pt x="767" y="405"/>
                    <a:pt x="441" y="105"/>
                    <a:pt x="366" y="29"/>
                  </a:cubicBezTo>
                  <a:cubicBezTo>
                    <a:pt x="357" y="15"/>
                    <a:pt x="336" y="0"/>
                    <a:pt x="311" y="0"/>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8"/>
            <p:cNvSpPr/>
            <p:nvPr/>
          </p:nvSpPr>
          <p:spPr>
            <a:xfrm>
              <a:off x="7354219" y="3093111"/>
              <a:ext cx="310313" cy="483530"/>
            </a:xfrm>
            <a:custGeom>
              <a:avLst/>
              <a:gdLst/>
              <a:ahLst/>
              <a:cxnLst/>
              <a:rect l="l" t="t" r="r" b="b"/>
              <a:pathLst>
                <a:path w="3359" h="5234" extrusionOk="0">
                  <a:moveTo>
                    <a:pt x="2815" y="1"/>
                  </a:moveTo>
                  <a:cubicBezTo>
                    <a:pt x="2618" y="1"/>
                    <a:pt x="2353" y="264"/>
                    <a:pt x="2041" y="911"/>
                  </a:cubicBezTo>
                  <a:cubicBezTo>
                    <a:pt x="1013" y="3041"/>
                    <a:pt x="1665" y="4369"/>
                    <a:pt x="562" y="4795"/>
                  </a:cubicBezTo>
                  <a:cubicBezTo>
                    <a:pt x="437" y="4846"/>
                    <a:pt x="86" y="4795"/>
                    <a:pt x="36" y="4896"/>
                  </a:cubicBezTo>
                  <a:cubicBezTo>
                    <a:pt x="1" y="4984"/>
                    <a:pt x="375" y="5234"/>
                    <a:pt x="758" y="5234"/>
                  </a:cubicBezTo>
                  <a:cubicBezTo>
                    <a:pt x="918" y="5234"/>
                    <a:pt x="1080" y="5190"/>
                    <a:pt x="1214" y="5071"/>
                  </a:cubicBezTo>
                  <a:cubicBezTo>
                    <a:pt x="1214" y="5071"/>
                    <a:pt x="2166" y="4269"/>
                    <a:pt x="2818" y="2715"/>
                  </a:cubicBezTo>
                  <a:cubicBezTo>
                    <a:pt x="3359" y="1388"/>
                    <a:pt x="3268" y="1"/>
                    <a:pt x="2815" y="1"/>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8"/>
            <p:cNvSpPr/>
            <p:nvPr/>
          </p:nvSpPr>
          <p:spPr>
            <a:xfrm>
              <a:off x="7410757" y="2943821"/>
              <a:ext cx="847517" cy="576929"/>
            </a:xfrm>
            <a:custGeom>
              <a:avLst/>
              <a:gdLst/>
              <a:ahLst/>
              <a:cxnLst/>
              <a:rect l="l" t="t" r="r" b="b"/>
              <a:pathLst>
                <a:path w="9174" h="6245" extrusionOk="0">
                  <a:moveTo>
                    <a:pt x="5398" y="1"/>
                  </a:moveTo>
                  <a:cubicBezTo>
                    <a:pt x="4453" y="1"/>
                    <a:pt x="3312" y="297"/>
                    <a:pt x="2231" y="1148"/>
                  </a:cubicBezTo>
                  <a:cubicBezTo>
                    <a:pt x="0" y="2928"/>
                    <a:pt x="401" y="5935"/>
                    <a:pt x="401" y="5935"/>
                  </a:cubicBezTo>
                  <a:cubicBezTo>
                    <a:pt x="655" y="6189"/>
                    <a:pt x="901" y="6244"/>
                    <a:pt x="1067" y="6244"/>
                  </a:cubicBezTo>
                  <a:cubicBezTo>
                    <a:pt x="1197" y="6244"/>
                    <a:pt x="1278" y="6211"/>
                    <a:pt x="1278" y="6211"/>
                  </a:cubicBezTo>
                  <a:cubicBezTo>
                    <a:pt x="2481" y="4306"/>
                    <a:pt x="2281" y="3554"/>
                    <a:pt x="2807" y="3053"/>
                  </a:cubicBezTo>
                  <a:cubicBezTo>
                    <a:pt x="2901" y="2959"/>
                    <a:pt x="3084" y="2925"/>
                    <a:pt x="3329" y="2925"/>
                  </a:cubicBezTo>
                  <a:cubicBezTo>
                    <a:pt x="3977" y="2925"/>
                    <a:pt x="5056" y="3163"/>
                    <a:pt x="6051" y="3163"/>
                  </a:cubicBezTo>
                  <a:cubicBezTo>
                    <a:pt x="6789" y="3163"/>
                    <a:pt x="7482" y="3033"/>
                    <a:pt x="7920" y="2577"/>
                  </a:cubicBezTo>
                  <a:cubicBezTo>
                    <a:pt x="9173" y="1248"/>
                    <a:pt x="7444" y="697"/>
                    <a:pt x="7444" y="697"/>
                  </a:cubicBezTo>
                  <a:cubicBezTo>
                    <a:pt x="7186" y="336"/>
                    <a:pt x="6402" y="1"/>
                    <a:pt x="5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8"/>
            <p:cNvSpPr/>
            <p:nvPr/>
          </p:nvSpPr>
          <p:spPr>
            <a:xfrm>
              <a:off x="7642269" y="3210806"/>
              <a:ext cx="179037" cy="509120"/>
            </a:xfrm>
            <a:custGeom>
              <a:avLst/>
              <a:gdLst/>
              <a:ahLst/>
              <a:cxnLst/>
              <a:rect l="l" t="t" r="r" b="b"/>
              <a:pathLst>
                <a:path w="1938" h="5511" extrusionOk="0">
                  <a:moveTo>
                    <a:pt x="1071" y="0"/>
                  </a:moveTo>
                  <a:cubicBezTo>
                    <a:pt x="863" y="0"/>
                    <a:pt x="671" y="315"/>
                    <a:pt x="577" y="1090"/>
                  </a:cubicBezTo>
                  <a:cubicBezTo>
                    <a:pt x="301" y="3371"/>
                    <a:pt x="1329" y="4374"/>
                    <a:pt x="427" y="5125"/>
                  </a:cubicBezTo>
                  <a:cubicBezTo>
                    <a:pt x="326" y="5201"/>
                    <a:pt x="1" y="5276"/>
                    <a:pt x="1" y="5376"/>
                  </a:cubicBezTo>
                  <a:cubicBezTo>
                    <a:pt x="1" y="5437"/>
                    <a:pt x="199" y="5511"/>
                    <a:pt x="437" y="5511"/>
                  </a:cubicBezTo>
                  <a:cubicBezTo>
                    <a:pt x="685" y="5511"/>
                    <a:pt x="975" y="5431"/>
                    <a:pt x="1128" y="5176"/>
                  </a:cubicBezTo>
                  <a:cubicBezTo>
                    <a:pt x="1128" y="5176"/>
                    <a:pt x="1755" y="4123"/>
                    <a:pt x="1855" y="2494"/>
                  </a:cubicBezTo>
                  <a:cubicBezTo>
                    <a:pt x="1938" y="1187"/>
                    <a:pt x="1475" y="0"/>
                    <a:pt x="1071" y="0"/>
                  </a:cubicBezTo>
                  <a:close/>
                </a:path>
              </a:pathLst>
            </a:custGeom>
            <a:solidFill>
              <a:srgbClr val="F35D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8"/>
            <p:cNvSpPr/>
            <p:nvPr/>
          </p:nvSpPr>
          <p:spPr>
            <a:xfrm>
              <a:off x="7605223" y="2945853"/>
              <a:ext cx="687788" cy="694254"/>
            </a:xfrm>
            <a:custGeom>
              <a:avLst/>
              <a:gdLst/>
              <a:ahLst/>
              <a:cxnLst/>
              <a:rect l="l" t="t" r="r" b="b"/>
              <a:pathLst>
                <a:path w="7445" h="7515" extrusionOk="0">
                  <a:moveTo>
                    <a:pt x="5634" y="0"/>
                  </a:moveTo>
                  <a:cubicBezTo>
                    <a:pt x="4459" y="0"/>
                    <a:pt x="2302" y="939"/>
                    <a:pt x="928" y="2956"/>
                  </a:cubicBezTo>
                  <a:cubicBezTo>
                    <a:pt x="1" y="4334"/>
                    <a:pt x="1028" y="7392"/>
                    <a:pt x="1028" y="7392"/>
                  </a:cubicBezTo>
                  <a:cubicBezTo>
                    <a:pt x="1204" y="7484"/>
                    <a:pt x="1373" y="7514"/>
                    <a:pt x="1522" y="7514"/>
                  </a:cubicBezTo>
                  <a:cubicBezTo>
                    <a:pt x="1819" y="7514"/>
                    <a:pt x="2031" y="7392"/>
                    <a:pt x="2031" y="7392"/>
                  </a:cubicBezTo>
                  <a:cubicBezTo>
                    <a:pt x="2607" y="5287"/>
                    <a:pt x="2181" y="4660"/>
                    <a:pt x="2532" y="4033"/>
                  </a:cubicBezTo>
                  <a:cubicBezTo>
                    <a:pt x="2883" y="3407"/>
                    <a:pt x="5890" y="3883"/>
                    <a:pt x="6692" y="2304"/>
                  </a:cubicBezTo>
                  <a:cubicBezTo>
                    <a:pt x="7444" y="851"/>
                    <a:pt x="6517" y="199"/>
                    <a:pt x="6041" y="48"/>
                  </a:cubicBezTo>
                  <a:cubicBezTo>
                    <a:pt x="5925" y="17"/>
                    <a:pt x="5787" y="0"/>
                    <a:pt x="5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8"/>
            <p:cNvSpPr/>
            <p:nvPr/>
          </p:nvSpPr>
          <p:spPr>
            <a:xfrm>
              <a:off x="7642269" y="3210806"/>
              <a:ext cx="179037" cy="509120"/>
            </a:xfrm>
            <a:custGeom>
              <a:avLst/>
              <a:gdLst/>
              <a:ahLst/>
              <a:cxnLst/>
              <a:rect l="l" t="t" r="r" b="b"/>
              <a:pathLst>
                <a:path w="1938" h="5511" extrusionOk="0">
                  <a:moveTo>
                    <a:pt x="1071" y="0"/>
                  </a:moveTo>
                  <a:cubicBezTo>
                    <a:pt x="863" y="0"/>
                    <a:pt x="671" y="315"/>
                    <a:pt x="577" y="1090"/>
                  </a:cubicBezTo>
                  <a:cubicBezTo>
                    <a:pt x="301" y="3371"/>
                    <a:pt x="1329" y="4374"/>
                    <a:pt x="427" y="5125"/>
                  </a:cubicBezTo>
                  <a:cubicBezTo>
                    <a:pt x="326" y="5201"/>
                    <a:pt x="1" y="5276"/>
                    <a:pt x="1" y="5376"/>
                  </a:cubicBezTo>
                  <a:cubicBezTo>
                    <a:pt x="1" y="5437"/>
                    <a:pt x="199" y="5511"/>
                    <a:pt x="437" y="5511"/>
                  </a:cubicBezTo>
                  <a:cubicBezTo>
                    <a:pt x="685" y="5511"/>
                    <a:pt x="975" y="5431"/>
                    <a:pt x="1128" y="5176"/>
                  </a:cubicBezTo>
                  <a:cubicBezTo>
                    <a:pt x="1128" y="5176"/>
                    <a:pt x="1755" y="4123"/>
                    <a:pt x="1855" y="2494"/>
                  </a:cubicBezTo>
                  <a:cubicBezTo>
                    <a:pt x="1938" y="1187"/>
                    <a:pt x="1475" y="0"/>
                    <a:pt x="1071" y="0"/>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8"/>
            <p:cNvSpPr/>
            <p:nvPr/>
          </p:nvSpPr>
          <p:spPr>
            <a:xfrm>
              <a:off x="7605223" y="3136346"/>
              <a:ext cx="257100" cy="503762"/>
            </a:xfrm>
            <a:custGeom>
              <a:avLst/>
              <a:gdLst/>
              <a:ahLst/>
              <a:cxnLst/>
              <a:rect l="l" t="t" r="r" b="b"/>
              <a:pathLst>
                <a:path w="2783" h="5453" extrusionOk="0">
                  <a:moveTo>
                    <a:pt x="1986" y="0"/>
                  </a:moveTo>
                  <a:cubicBezTo>
                    <a:pt x="1721" y="0"/>
                    <a:pt x="1371" y="243"/>
                    <a:pt x="928" y="894"/>
                  </a:cubicBezTo>
                  <a:cubicBezTo>
                    <a:pt x="1" y="2272"/>
                    <a:pt x="1028" y="5330"/>
                    <a:pt x="1028" y="5330"/>
                  </a:cubicBezTo>
                  <a:cubicBezTo>
                    <a:pt x="1204" y="5422"/>
                    <a:pt x="1373" y="5452"/>
                    <a:pt x="1522" y="5452"/>
                  </a:cubicBezTo>
                  <a:cubicBezTo>
                    <a:pt x="1819" y="5452"/>
                    <a:pt x="2031" y="5330"/>
                    <a:pt x="2031" y="5330"/>
                  </a:cubicBezTo>
                  <a:cubicBezTo>
                    <a:pt x="2607" y="3225"/>
                    <a:pt x="2181" y="2598"/>
                    <a:pt x="2532" y="1971"/>
                  </a:cubicBezTo>
                  <a:cubicBezTo>
                    <a:pt x="2783" y="1524"/>
                    <a:pt x="2649" y="0"/>
                    <a:pt x="19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8"/>
            <p:cNvSpPr/>
            <p:nvPr/>
          </p:nvSpPr>
          <p:spPr>
            <a:xfrm>
              <a:off x="7711741" y="3038236"/>
              <a:ext cx="345049" cy="602149"/>
            </a:xfrm>
            <a:custGeom>
              <a:avLst/>
              <a:gdLst/>
              <a:ahLst/>
              <a:cxnLst/>
              <a:rect l="l" t="t" r="r" b="b"/>
              <a:pathLst>
                <a:path w="3735" h="6518" extrusionOk="0">
                  <a:moveTo>
                    <a:pt x="3710" y="1"/>
                  </a:moveTo>
                  <a:cubicBezTo>
                    <a:pt x="3685" y="1"/>
                    <a:pt x="777" y="678"/>
                    <a:pt x="276" y="2658"/>
                  </a:cubicBezTo>
                  <a:cubicBezTo>
                    <a:pt x="276" y="2683"/>
                    <a:pt x="0" y="3760"/>
                    <a:pt x="226" y="6517"/>
                  </a:cubicBezTo>
                  <a:lnTo>
                    <a:pt x="301" y="6492"/>
                  </a:lnTo>
                  <a:cubicBezTo>
                    <a:pt x="51" y="3760"/>
                    <a:pt x="326" y="2683"/>
                    <a:pt x="351" y="2683"/>
                  </a:cubicBezTo>
                  <a:cubicBezTo>
                    <a:pt x="827" y="728"/>
                    <a:pt x="3710" y="76"/>
                    <a:pt x="3735" y="51"/>
                  </a:cubicBezTo>
                  <a:lnTo>
                    <a:pt x="371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8"/>
            <p:cNvSpPr/>
            <p:nvPr/>
          </p:nvSpPr>
          <p:spPr>
            <a:xfrm>
              <a:off x="7829806" y="2335389"/>
              <a:ext cx="453136" cy="417292"/>
            </a:xfrm>
            <a:custGeom>
              <a:avLst/>
              <a:gdLst/>
              <a:ahLst/>
              <a:cxnLst/>
              <a:rect l="l" t="t" r="r" b="b"/>
              <a:pathLst>
                <a:path w="4905" h="4517" extrusionOk="0">
                  <a:moveTo>
                    <a:pt x="2212" y="0"/>
                  </a:moveTo>
                  <a:cubicBezTo>
                    <a:pt x="1755" y="0"/>
                    <a:pt x="1340" y="262"/>
                    <a:pt x="1154" y="491"/>
                  </a:cubicBezTo>
                  <a:cubicBezTo>
                    <a:pt x="527" y="1318"/>
                    <a:pt x="1" y="1844"/>
                    <a:pt x="1204" y="4025"/>
                  </a:cubicBezTo>
                  <a:cubicBezTo>
                    <a:pt x="1399" y="4371"/>
                    <a:pt x="1753" y="4517"/>
                    <a:pt x="2150" y="4517"/>
                  </a:cubicBezTo>
                  <a:cubicBezTo>
                    <a:pt x="3333" y="4517"/>
                    <a:pt x="4905" y="3227"/>
                    <a:pt x="3835" y="2120"/>
                  </a:cubicBezTo>
                  <a:cubicBezTo>
                    <a:pt x="3359" y="1619"/>
                    <a:pt x="3710" y="1193"/>
                    <a:pt x="3234" y="566"/>
                  </a:cubicBezTo>
                  <a:cubicBezTo>
                    <a:pt x="2922" y="147"/>
                    <a:pt x="2555" y="0"/>
                    <a:pt x="2212" y="0"/>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8"/>
            <p:cNvSpPr/>
            <p:nvPr/>
          </p:nvSpPr>
          <p:spPr>
            <a:xfrm>
              <a:off x="7852994" y="2597571"/>
              <a:ext cx="233912" cy="233451"/>
            </a:xfrm>
            <a:custGeom>
              <a:avLst/>
              <a:gdLst/>
              <a:ahLst/>
              <a:cxnLst/>
              <a:rect l="l" t="t" r="r" b="b"/>
              <a:pathLst>
                <a:path w="2532" h="2527" extrusionOk="0">
                  <a:moveTo>
                    <a:pt x="1524" y="0"/>
                  </a:moveTo>
                  <a:cubicBezTo>
                    <a:pt x="542" y="0"/>
                    <a:pt x="0" y="1864"/>
                    <a:pt x="0" y="1864"/>
                  </a:cubicBezTo>
                  <a:cubicBezTo>
                    <a:pt x="419" y="2447"/>
                    <a:pt x="1117" y="2526"/>
                    <a:pt x="1466" y="2526"/>
                  </a:cubicBezTo>
                  <a:cubicBezTo>
                    <a:pt x="1597" y="2526"/>
                    <a:pt x="1679" y="2515"/>
                    <a:pt x="1679" y="2515"/>
                  </a:cubicBezTo>
                  <a:cubicBezTo>
                    <a:pt x="1679" y="2515"/>
                    <a:pt x="1980" y="2039"/>
                    <a:pt x="2206" y="1463"/>
                  </a:cubicBezTo>
                  <a:cubicBezTo>
                    <a:pt x="2532" y="560"/>
                    <a:pt x="2030" y="109"/>
                    <a:pt x="1755" y="34"/>
                  </a:cubicBezTo>
                  <a:cubicBezTo>
                    <a:pt x="1675" y="11"/>
                    <a:pt x="1599" y="0"/>
                    <a:pt x="15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8"/>
            <p:cNvSpPr/>
            <p:nvPr/>
          </p:nvSpPr>
          <p:spPr>
            <a:xfrm>
              <a:off x="7868329" y="2568008"/>
              <a:ext cx="422373" cy="492306"/>
            </a:xfrm>
            <a:custGeom>
              <a:avLst/>
              <a:gdLst/>
              <a:ahLst/>
              <a:cxnLst/>
              <a:rect l="l" t="t" r="r" b="b"/>
              <a:pathLst>
                <a:path w="4572" h="5329" extrusionOk="0">
                  <a:moveTo>
                    <a:pt x="2077" y="1"/>
                  </a:moveTo>
                  <a:cubicBezTo>
                    <a:pt x="1472" y="1"/>
                    <a:pt x="805" y="220"/>
                    <a:pt x="536" y="1081"/>
                  </a:cubicBezTo>
                  <a:cubicBezTo>
                    <a:pt x="260" y="1933"/>
                    <a:pt x="361" y="2961"/>
                    <a:pt x="135" y="3988"/>
                  </a:cubicBezTo>
                  <a:cubicBezTo>
                    <a:pt x="1" y="4692"/>
                    <a:pt x="2007" y="5329"/>
                    <a:pt x="3216" y="5329"/>
                  </a:cubicBezTo>
                  <a:cubicBezTo>
                    <a:pt x="3816" y="5329"/>
                    <a:pt x="4219" y="5172"/>
                    <a:pt x="4070" y="4790"/>
                  </a:cubicBezTo>
                  <a:lnTo>
                    <a:pt x="4070" y="4715"/>
                  </a:lnTo>
                  <a:cubicBezTo>
                    <a:pt x="3819" y="3662"/>
                    <a:pt x="3644" y="2986"/>
                    <a:pt x="4020" y="1958"/>
                  </a:cubicBezTo>
                  <a:cubicBezTo>
                    <a:pt x="4571" y="479"/>
                    <a:pt x="3443" y="254"/>
                    <a:pt x="2742" y="78"/>
                  </a:cubicBezTo>
                  <a:cubicBezTo>
                    <a:pt x="2549" y="36"/>
                    <a:pt x="2318" y="1"/>
                    <a:pt x="20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8"/>
            <p:cNvSpPr/>
            <p:nvPr/>
          </p:nvSpPr>
          <p:spPr>
            <a:xfrm>
              <a:off x="7982607" y="2473316"/>
              <a:ext cx="133770" cy="174788"/>
            </a:xfrm>
            <a:custGeom>
              <a:avLst/>
              <a:gdLst/>
              <a:ahLst/>
              <a:cxnLst/>
              <a:rect l="l" t="t" r="r" b="b"/>
              <a:pathLst>
                <a:path w="1448" h="1892" extrusionOk="0">
                  <a:moveTo>
                    <a:pt x="778" y="1"/>
                  </a:moveTo>
                  <a:lnTo>
                    <a:pt x="1" y="803"/>
                  </a:lnTo>
                  <a:cubicBezTo>
                    <a:pt x="377" y="1153"/>
                    <a:pt x="251" y="1454"/>
                    <a:pt x="327" y="1830"/>
                  </a:cubicBezTo>
                  <a:cubicBezTo>
                    <a:pt x="337" y="1873"/>
                    <a:pt x="368" y="1891"/>
                    <a:pt x="412" y="1891"/>
                  </a:cubicBezTo>
                  <a:cubicBezTo>
                    <a:pt x="680" y="1891"/>
                    <a:pt x="1448" y="1204"/>
                    <a:pt x="1254" y="1053"/>
                  </a:cubicBezTo>
                  <a:cubicBezTo>
                    <a:pt x="903" y="803"/>
                    <a:pt x="778" y="1"/>
                    <a:pt x="778"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8"/>
            <p:cNvSpPr/>
            <p:nvPr/>
          </p:nvSpPr>
          <p:spPr>
            <a:xfrm>
              <a:off x="7908516" y="2371973"/>
              <a:ext cx="187629" cy="240472"/>
            </a:xfrm>
            <a:custGeom>
              <a:avLst/>
              <a:gdLst/>
              <a:ahLst/>
              <a:cxnLst/>
              <a:rect l="l" t="t" r="r" b="b"/>
              <a:pathLst>
                <a:path w="2031" h="2603" extrusionOk="0">
                  <a:moveTo>
                    <a:pt x="932" y="1"/>
                  </a:moveTo>
                  <a:cubicBezTo>
                    <a:pt x="731" y="1"/>
                    <a:pt x="519" y="85"/>
                    <a:pt x="402" y="346"/>
                  </a:cubicBezTo>
                  <a:cubicBezTo>
                    <a:pt x="201" y="772"/>
                    <a:pt x="1" y="2576"/>
                    <a:pt x="853" y="2601"/>
                  </a:cubicBezTo>
                  <a:cubicBezTo>
                    <a:pt x="861" y="2602"/>
                    <a:pt x="869" y="2602"/>
                    <a:pt x="878" y="2602"/>
                  </a:cubicBezTo>
                  <a:cubicBezTo>
                    <a:pt x="1254" y="2602"/>
                    <a:pt x="1809" y="2059"/>
                    <a:pt x="1956" y="1348"/>
                  </a:cubicBezTo>
                  <a:cubicBezTo>
                    <a:pt x="2031" y="1047"/>
                    <a:pt x="1805" y="521"/>
                    <a:pt x="1379" y="145"/>
                  </a:cubicBezTo>
                  <a:cubicBezTo>
                    <a:pt x="1295" y="73"/>
                    <a:pt x="1118" y="1"/>
                    <a:pt x="932" y="1"/>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8"/>
            <p:cNvSpPr/>
            <p:nvPr/>
          </p:nvSpPr>
          <p:spPr>
            <a:xfrm>
              <a:off x="7910825" y="2355067"/>
              <a:ext cx="213126" cy="190400"/>
            </a:xfrm>
            <a:custGeom>
              <a:avLst/>
              <a:gdLst/>
              <a:ahLst/>
              <a:cxnLst/>
              <a:rect l="l" t="t" r="r" b="b"/>
              <a:pathLst>
                <a:path w="2307" h="2061" extrusionOk="0">
                  <a:moveTo>
                    <a:pt x="1190" y="1"/>
                  </a:moveTo>
                  <a:cubicBezTo>
                    <a:pt x="624" y="1"/>
                    <a:pt x="0" y="467"/>
                    <a:pt x="126" y="1205"/>
                  </a:cubicBezTo>
                  <a:cubicBezTo>
                    <a:pt x="129" y="1228"/>
                    <a:pt x="135" y="1237"/>
                    <a:pt x="144" y="1237"/>
                  </a:cubicBezTo>
                  <a:cubicBezTo>
                    <a:pt x="202" y="1237"/>
                    <a:pt x="376" y="855"/>
                    <a:pt x="557" y="855"/>
                  </a:cubicBezTo>
                  <a:cubicBezTo>
                    <a:pt x="606" y="855"/>
                    <a:pt x="655" y="883"/>
                    <a:pt x="703" y="955"/>
                  </a:cubicBezTo>
                  <a:cubicBezTo>
                    <a:pt x="953" y="1356"/>
                    <a:pt x="1454" y="1180"/>
                    <a:pt x="1755" y="1932"/>
                  </a:cubicBezTo>
                  <a:cubicBezTo>
                    <a:pt x="1794" y="2023"/>
                    <a:pt x="1833" y="2061"/>
                    <a:pt x="1871" y="2061"/>
                  </a:cubicBezTo>
                  <a:cubicBezTo>
                    <a:pt x="2053" y="2061"/>
                    <a:pt x="2211" y="1192"/>
                    <a:pt x="2231" y="1130"/>
                  </a:cubicBezTo>
                  <a:cubicBezTo>
                    <a:pt x="2307" y="754"/>
                    <a:pt x="2307" y="754"/>
                    <a:pt x="1780" y="228"/>
                  </a:cubicBezTo>
                  <a:cubicBezTo>
                    <a:pt x="1625" y="73"/>
                    <a:pt x="1412" y="1"/>
                    <a:pt x="1190"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8"/>
            <p:cNvSpPr/>
            <p:nvPr/>
          </p:nvSpPr>
          <p:spPr>
            <a:xfrm>
              <a:off x="7829806" y="2648658"/>
              <a:ext cx="449256" cy="449256"/>
            </a:xfrm>
            <a:custGeom>
              <a:avLst/>
              <a:gdLst/>
              <a:ahLst/>
              <a:cxnLst/>
              <a:rect l="l" t="t" r="r" b="b"/>
              <a:pathLst>
                <a:path w="4863" h="4863" extrusionOk="0">
                  <a:moveTo>
                    <a:pt x="3920" y="1"/>
                  </a:moveTo>
                  <a:cubicBezTo>
                    <a:pt x="3802" y="1"/>
                    <a:pt x="3551" y="56"/>
                    <a:pt x="3384" y="484"/>
                  </a:cubicBezTo>
                  <a:cubicBezTo>
                    <a:pt x="3108" y="1135"/>
                    <a:pt x="3509" y="2789"/>
                    <a:pt x="2883" y="3541"/>
                  </a:cubicBezTo>
                  <a:cubicBezTo>
                    <a:pt x="2409" y="4129"/>
                    <a:pt x="1907" y="4200"/>
                    <a:pt x="1495" y="4200"/>
                  </a:cubicBezTo>
                  <a:cubicBezTo>
                    <a:pt x="1362" y="4200"/>
                    <a:pt x="1238" y="4193"/>
                    <a:pt x="1128" y="4193"/>
                  </a:cubicBezTo>
                  <a:cubicBezTo>
                    <a:pt x="701" y="4169"/>
                    <a:pt x="544" y="3965"/>
                    <a:pt x="294" y="3965"/>
                  </a:cubicBezTo>
                  <a:cubicBezTo>
                    <a:pt x="280" y="3965"/>
                    <a:pt x="266" y="3966"/>
                    <a:pt x="251" y="3967"/>
                  </a:cubicBezTo>
                  <a:cubicBezTo>
                    <a:pt x="1" y="3992"/>
                    <a:pt x="26" y="4293"/>
                    <a:pt x="727" y="4494"/>
                  </a:cubicBezTo>
                  <a:cubicBezTo>
                    <a:pt x="954" y="4558"/>
                    <a:pt x="1711" y="4862"/>
                    <a:pt x="2469" y="4862"/>
                  </a:cubicBezTo>
                  <a:cubicBezTo>
                    <a:pt x="2887" y="4862"/>
                    <a:pt x="3305" y="4770"/>
                    <a:pt x="3635" y="4494"/>
                  </a:cubicBezTo>
                  <a:cubicBezTo>
                    <a:pt x="4838" y="3491"/>
                    <a:pt x="4863" y="183"/>
                    <a:pt x="3986" y="7"/>
                  </a:cubicBezTo>
                  <a:cubicBezTo>
                    <a:pt x="3986" y="7"/>
                    <a:pt x="3961" y="1"/>
                    <a:pt x="3920" y="1"/>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8"/>
            <p:cNvSpPr/>
            <p:nvPr/>
          </p:nvSpPr>
          <p:spPr>
            <a:xfrm>
              <a:off x="8077576" y="2611613"/>
              <a:ext cx="199177" cy="232527"/>
            </a:xfrm>
            <a:custGeom>
              <a:avLst/>
              <a:gdLst/>
              <a:ahLst/>
              <a:cxnLst/>
              <a:rect l="l" t="t" r="r" b="b"/>
              <a:pathLst>
                <a:path w="2156" h="2517" extrusionOk="0">
                  <a:moveTo>
                    <a:pt x="1193" y="0"/>
                  </a:moveTo>
                  <a:cubicBezTo>
                    <a:pt x="1161" y="0"/>
                    <a:pt x="1131" y="3"/>
                    <a:pt x="1103" y="7"/>
                  </a:cubicBezTo>
                  <a:cubicBezTo>
                    <a:pt x="0" y="208"/>
                    <a:pt x="351" y="2338"/>
                    <a:pt x="351" y="2338"/>
                  </a:cubicBezTo>
                  <a:cubicBezTo>
                    <a:pt x="579" y="2469"/>
                    <a:pt x="812" y="2517"/>
                    <a:pt x="1031" y="2517"/>
                  </a:cubicBezTo>
                  <a:cubicBezTo>
                    <a:pt x="1607" y="2517"/>
                    <a:pt x="2081" y="2188"/>
                    <a:pt x="2081" y="2188"/>
                  </a:cubicBezTo>
                  <a:cubicBezTo>
                    <a:pt x="2081" y="2188"/>
                    <a:pt x="2156" y="1661"/>
                    <a:pt x="2106" y="1085"/>
                  </a:cubicBezTo>
                  <a:cubicBezTo>
                    <a:pt x="2015" y="243"/>
                    <a:pt x="1510" y="0"/>
                    <a:pt x="11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8"/>
            <p:cNvSpPr/>
            <p:nvPr/>
          </p:nvSpPr>
          <p:spPr>
            <a:xfrm>
              <a:off x="6878170" y="2947978"/>
              <a:ext cx="1644039" cy="55614"/>
            </a:xfrm>
            <a:custGeom>
              <a:avLst/>
              <a:gdLst/>
              <a:ahLst/>
              <a:cxnLst/>
              <a:rect l="l" t="t" r="r" b="b"/>
              <a:pathLst>
                <a:path w="17796" h="602" extrusionOk="0">
                  <a:moveTo>
                    <a:pt x="1" y="0"/>
                  </a:moveTo>
                  <a:lnTo>
                    <a:pt x="1" y="602"/>
                  </a:lnTo>
                  <a:lnTo>
                    <a:pt x="17795" y="602"/>
                  </a:lnTo>
                  <a:lnTo>
                    <a:pt x="177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8"/>
            <p:cNvSpPr/>
            <p:nvPr/>
          </p:nvSpPr>
          <p:spPr>
            <a:xfrm>
              <a:off x="6834196" y="2952597"/>
              <a:ext cx="296455" cy="845207"/>
            </a:xfrm>
            <a:custGeom>
              <a:avLst/>
              <a:gdLst/>
              <a:ahLst/>
              <a:cxnLst/>
              <a:rect l="l" t="t" r="r" b="b"/>
              <a:pathLst>
                <a:path w="3209" h="9149" extrusionOk="0">
                  <a:moveTo>
                    <a:pt x="2532" y="1"/>
                  </a:moveTo>
                  <a:lnTo>
                    <a:pt x="1" y="9148"/>
                  </a:lnTo>
                  <a:lnTo>
                    <a:pt x="677" y="9148"/>
                  </a:lnTo>
                  <a:lnTo>
                    <a:pt x="3209" y="151"/>
                  </a:lnTo>
                  <a:lnTo>
                    <a:pt x="25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8"/>
            <p:cNvSpPr/>
            <p:nvPr/>
          </p:nvSpPr>
          <p:spPr>
            <a:xfrm>
              <a:off x="8260494" y="2952597"/>
              <a:ext cx="289527" cy="845207"/>
            </a:xfrm>
            <a:custGeom>
              <a:avLst/>
              <a:gdLst/>
              <a:ahLst/>
              <a:cxnLst/>
              <a:rect l="l" t="t" r="r" b="b"/>
              <a:pathLst>
                <a:path w="3134" h="9149" extrusionOk="0">
                  <a:moveTo>
                    <a:pt x="677" y="1"/>
                  </a:moveTo>
                  <a:lnTo>
                    <a:pt x="0" y="151"/>
                  </a:lnTo>
                  <a:lnTo>
                    <a:pt x="2406" y="9148"/>
                  </a:lnTo>
                  <a:lnTo>
                    <a:pt x="3133" y="9148"/>
                  </a:lnTo>
                  <a:lnTo>
                    <a:pt x="6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8"/>
            <p:cNvSpPr/>
            <p:nvPr/>
          </p:nvSpPr>
          <p:spPr>
            <a:xfrm>
              <a:off x="7014805" y="2387678"/>
              <a:ext cx="703955" cy="465423"/>
            </a:xfrm>
            <a:custGeom>
              <a:avLst/>
              <a:gdLst/>
              <a:ahLst/>
              <a:cxnLst/>
              <a:rect l="l" t="t" r="r" b="b"/>
              <a:pathLst>
                <a:path w="7620" h="5038" extrusionOk="0">
                  <a:moveTo>
                    <a:pt x="351" y="0"/>
                  </a:moveTo>
                  <a:cubicBezTo>
                    <a:pt x="151" y="0"/>
                    <a:pt x="1" y="151"/>
                    <a:pt x="1" y="351"/>
                  </a:cubicBezTo>
                  <a:lnTo>
                    <a:pt x="1" y="4712"/>
                  </a:lnTo>
                  <a:cubicBezTo>
                    <a:pt x="1" y="4887"/>
                    <a:pt x="151" y="5038"/>
                    <a:pt x="351" y="5038"/>
                  </a:cubicBezTo>
                  <a:lnTo>
                    <a:pt x="7269" y="5038"/>
                  </a:lnTo>
                  <a:cubicBezTo>
                    <a:pt x="7469" y="5038"/>
                    <a:pt x="7620" y="4887"/>
                    <a:pt x="7620" y="4712"/>
                  </a:cubicBezTo>
                  <a:lnTo>
                    <a:pt x="7620" y="351"/>
                  </a:lnTo>
                  <a:cubicBezTo>
                    <a:pt x="7620" y="151"/>
                    <a:pt x="7469" y="0"/>
                    <a:pt x="7269" y="0"/>
                  </a:cubicBezTo>
                  <a:close/>
                </a:path>
              </a:pathLst>
            </a:custGeom>
            <a:solidFill>
              <a:srgbClr val="FDE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8"/>
            <p:cNvSpPr/>
            <p:nvPr/>
          </p:nvSpPr>
          <p:spPr>
            <a:xfrm>
              <a:off x="7267194" y="2778918"/>
              <a:ext cx="201486" cy="173771"/>
            </a:xfrm>
            <a:custGeom>
              <a:avLst/>
              <a:gdLst/>
              <a:ahLst/>
              <a:cxnLst/>
              <a:rect l="l" t="t" r="r" b="b"/>
              <a:pathLst>
                <a:path w="2181" h="1881" extrusionOk="0">
                  <a:moveTo>
                    <a:pt x="126" y="1"/>
                  </a:moveTo>
                  <a:lnTo>
                    <a:pt x="0" y="1881"/>
                  </a:lnTo>
                  <a:lnTo>
                    <a:pt x="2181" y="1881"/>
                  </a:lnTo>
                  <a:lnTo>
                    <a:pt x="19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8"/>
            <p:cNvSpPr/>
            <p:nvPr/>
          </p:nvSpPr>
          <p:spPr>
            <a:xfrm>
              <a:off x="7014805" y="2387678"/>
              <a:ext cx="703955" cy="465423"/>
            </a:xfrm>
            <a:custGeom>
              <a:avLst/>
              <a:gdLst/>
              <a:ahLst/>
              <a:cxnLst/>
              <a:rect l="l" t="t" r="r" b="b"/>
              <a:pathLst>
                <a:path w="7620" h="5038" extrusionOk="0">
                  <a:moveTo>
                    <a:pt x="351" y="0"/>
                  </a:moveTo>
                  <a:cubicBezTo>
                    <a:pt x="151" y="0"/>
                    <a:pt x="1" y="151"/>
                    <a:pt x="1" y="351"/>
                  </a:cubicBezTo>
                  <a:lnTo>
                    <a:pt x="1" y="4712"/>
                  </a:lnTo>
                  <a:cubicBezTo>
                    <a:pt x="1" y="4887"/>
                    <a:pt x="151" y="5038"/>
                    <a:pt x="351" y="5038"/>
                  </a:cubicBezTo>
                  <a:lnTo>
                    <a:pt x="7269" y="5038"/>
                  </a:lnTo>
                  <a:cubicBezTo>
                    <a:pt x="7469" y="5038"/>
                    <a:pt x="7620" y="4887"/>
                    <a:pt x="7620" y="4712"/>
                  </a:cubicBezTo>
                  <a:lnTo>
                    <a:pt x="7620" y="351"/>
                  </a:lnTo>
                  <a:cubicBezTo>
                    <a:pt x="7620" y="151"/>
                    <a:pt x="7469" y="0"/>
                    <a:pt x="7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8"/>
            <p:cNvSpPr/>
            <p:nvPr/>
          </p:nvSpPr>
          <p:spPr>
            <a:xfrm>
              <a:off x="7014805" y="2776608"/>
              <a:ext cx="703955" cy="76493"/>
            </a:xfrm>
            <a:custGeom>
              <a:avLst/>
              <a:gdLst/>
              <a:ahLst/>
              <a:cxnLst/>
              <a:rect l="l" t="t" r="r" b="b"/>
              <a:pathLst>
                <a:path w="7620" h="828" extrusionOk="0">
                  <a:moveTo>
                    <a:pt x="1" y="1"/>
                  </a:moveTo>
                  <a:lnTo>
                    <a:pt x="1" y="502"/>
                  </a:lnTo>
                  <a:cubicBezTo>
                    <a:pt x="1" y="677"/>
                    <a:pt x="151" y="828"/>
                    <a:pt x="351" y="828"/>
                  </a:cubicBezTo>
                  <a:lnTo>
                    <a:pt x="7269" y="828"/>
                  </a:lnTo>
                  <a:cubicBezTo>
                    <a:pt x="7469" y="828"/>
                    <a:pt x="7620" y="677"/>
                    <a:pt x="7620" y="502"/>
                  </a:cubicBezTo>
                  <a:lnTo>
                    <a:pt x="76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8"/>
            <p:cNvSpPr/>
            <p:nvPr/>
          </p:nvSpPr>
          <p:spPr>
            <a:xfrm>
              <a:off x="7169915" y="2927099"/>
              <a:ext cx="386806" cy="25590"/>
            </a:xfrm>
            <a:custGeom>
              <a:avLst/>
              <a:gdLst/>
              <a:ahLst/>
              <a:cxnLst/>
              <a:rect l="l" t="t" r="r" b="b"/>
              <a:pathLst>
                <a:path w="4187" h="277" extrusionOk="0">
                  <a:moveTo>
                    <a:pt x="1" y="1"/>
                  </a:moveTo>
                  <a:lnTo>
                    <a:pt x="1" y="277"/>
                  </a:lnTo>
                  <a:lnTo>
                    <a:pt x="4186" y="277"/>
                  </a:lnTo>
                  <a:lnTo>
                    <a:pt x="41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3"/>
        <p:cNvGrpSpPr/>
        <p:nvPr/>
      </p:nvGrpSpPr>
      <p:grpSpPr>
        <a:xfrm>
          <a:off x="0" y="0"/>
          <a:ext cx="0" cy="0"/>
          <a:chOff x="0" y="0"/>
          <a:chExt cx="0" cy="0"/>
        </a:xfrm>
      </p:grpSpPr>
      <p:sp>
        <p:nvSpPr>
          <p:cNvPr id="1964" name="Google Shape;1964;p43"/>
          <p:cNvSpPr txBox="1">
            <a:spLocks noGrp="1"/>
          </p:cNvSpPr>
          <p:nvPr>
            <p:ph type="title"/>
          </p:nvPr>
        </p:nvSpPr>
        <p:spPr>
          <a:xfrm>
            <a:off x="1495650" y="1007925"/>
            <a:ext cx="3598406" cy="98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Conclusion</a:t>
            </a:r>
            <a:endParaRPr dirty="0"/>
          </a:p>
        </p:txBody>
      </p:sp>
      <p:grpSp>
        <p:nvGrpSpPr>
          <p:cNvPr id="1965" name="Google Shape;1965;p43"/>
          <p:cNvGrpSpPr/>
          <p:nvPr/>
        </p:nvGrpSpPr>
        <p:grpSpPr>
          <a:xfrm>
            <a:off x="5094056" y="2104575"/>
            <a:ext cx="3424837" cy="1653892"/>
            <a:chOff x="2528775" y="2725725"/>
            <a:chExt cx="4086450" cy="1878275"/>
          </a:xfrm>
        </p:grpSpPr>
        <p:sp>
          <p:nvSpPr>
            <p:cNvPr id="1966" name="Google Shape;1966;p43"/>
            <p:cNvSpPr/>
            <p:nvPr/>
          </p:nvSpPr>
          <p:spPr>
            <a:xfrm>
              <a:off x="3044068" y="3010514"/>
              <a:ext cx="2425211" cy="1195697"/>
            </a:xfrm>
            <a:custGeom>
              <a:avLst/>
              <a:gdLst/>
              <a:ahLst/>
              <a:cxnLst/>
              <a:rect l="l" t="t" r="r" b="b"/>
              <a:pathLst>
                <a:path w="26893" h="13259" extrusionOk="0">
                  <a:moveTo>
                    <a:pt x="0" y="0"/>
                  </a:moveTo>
                  <a:lnTo>
                    <a:pt x="777" y="13258"/>
                  </a:lnTo>
                  <a:lnTo>
                    <a:pt x="26116" y="13258"/>
                  </a:lnTo>
                  <a:lnTo>
                    <a:pt x="268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3"/>
            <p:cNvSpPr/>
            <p:nvPr/>
          </p:nvSpPr>
          <p:spPr>
            <a:xfrm>
              <a:off x="3032795" y="2899773"/>
              <a:ext cx="1152771" cy="549286"/>
            </a:xfrm>
            <a:custGeom>
              <a:avLst/>
              <a:gdLst/>
              <a:ahLst/>
              <a:cxnLst/>
              <a:rect l="l" t="t" r="r" b="b"/>
              <a:pathLst>
                <a:path w="12783" h="6091" extrusionOk="0">
                  <a:moveTo>
                    <a:pt x="0" y="0"/>
                  </a:moveTo>
                  <a:lnTo>
                    <a:pt x="351" y="6090"/>
                  </a:lnTo>
                  <a:lnTo>
                    <a:pt x="8972" y="6015"/>
                  </a:lnTo>
                  <a:cubicBezTo>
                    <a:pt x="11078" y="6015"/>
                    <a:pt x="12782" y="4662"/>
                    <a:pt x="12782" y="3008"/>
                  </a:cubicBezTo>
                  <a:cubicBezTo>
                    <a:pt x="12782" y="1353"/>
                    <a:pt x="11078" y="0"/>
                    <a:pt x="89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3"/>
            <p:cNvSpPr/>
            <p:nvPr/>
          </p:nvSpPr>
          <p:spPr>
            <a:xfrm>
              <a:off x="3098266" y="3139292"/>
              <a:ext cx="2316814" cy="944816"/>
            </a:xfrm>
            <a:custGeom>
              <a:avLst/>
              <a:gdLst/>
              <a:ahLst/>
              <a:cxnLst/>
              <a:rect l="l" t="t" r="r" b="b"/>
              <a:pathLst>
                <a:path w="25691" h="10477" extrusionOk="0">
                  <a:moveTo>
                    <a:pt x="1" y="1"/>
                  </a:moveTo>
                  <a:lnTo>
                    <a:pt x="1" y="10477"/>
                  </a:lnTo>
                  <a:lnTo>
                    <a:pt x="25690" y="10477"/>
                  </a:lnTo>
                  <a:lnTo>
                    <a:pt x="256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3"/>
            <p:cNvSpPr/>
            <p:nvPr/>
          </p:nvSpPr>
          <p:spPr>
            <a:xfrm>
              <a:off x="3263297" y="3175454"/>
              <a:ext cx="2242145" cy="960688"/>
            </a:xfrm>
            <a:custGeom>
              <a:avLst/>
              <a:gdLst/>
              <a:ahLst/>
              <a:cxnLst/>
              <a:rect l="l" t="t" r="r" b="b"/>
              <a:pathLst>
                <a:path w="24863" h="10653" extrusionOk="0">
                  <a:moveTo>
                    <a:pt x="24863" y="1"/>
                  </a:moveTo>
                  <a:lnTo>
                    <a:pt x="0" y="176"/>
                  </a:lnTo>
                  <a:lnTo>
                    <a:pt x="0" y="10652"/>
                  </a:lnTo>
                  <a:lnTo>
                    <a:pt x="24186" y="10652"/>
                  </a:lnTo>
                  <a:lnTo>
                    <a:pt x="24863" y="1"/>
                  </a:lnTo>
                  <a:close/>
                </a:path>
              </a:pathLst>
            </a:custGeom>
            <a:solidFill>
              <a:srgbClr val="D0C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3"/>
            <p:cNvSpPr/>
            <p:nvPr/>
          </p:nvSpPr>
          <p:spPr>
            <a:xfrm>
              <a:off x="3145792" y="3082839"/>
              <a:ext cx="2271544" cy="944816"/>
            </a:xfrm>
            <a:custGeom>
              <a:avLst/>
              <a:gdLst/>
              <a:ahLst/>
              <a:cxnLst/>
              <a:rect l="l" t="t" r="r" b="b"/>
              <a:pathLst>
                <a:path w="25189" h="10477" extrusionOk="0">
                  <a:moveTo>
                    <a:pt x="0" y="0"/>
                  </a:moveTo>
                  <a:lnTo>
                    <a:pt x="0" y="10476"/>
                  </a:lnTo>
                  <a:lnTo>
                    <a:pt x="25188" y="10476"/>
                  </a:lnTo>
                  <a:lnTo>
                    <a:pt x="2518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3"/>
            <p:cNvSpPr/>
            <p:nvPr/>
          </p:nvSpPr>
          <p:spPr>
            <a:xfrm>
              <a:off x="3059849" y="2795795"/>
              <a:ext cx="2443337" cy="1518902"/>
            </a:xfrm>
            <a:custGeom>
              <a:avLst/>
              <a:gdLst/>
              <a:ahLst/>
              <a:cxnLst/>
              <a:rect l="l" t="t" r="r" b="b"/>
              <a:pathLst>
                <a:path w="27094" h="16843" extrusionOk="0">
                  <a:moveTo>
                    <a:pt x="2808" y="0"/>
                  </a:moveTo>
                  <a:lnTo>
                    <a:pt x="1" y="10100"/>
                  </a:lnTo>
                  <a:lnTo>
                    <a:pt x="24287" y="16842"/>
                  </a:lnTo>
                  <a:lnTo>
                    <a:pt x="27094" y="6742"/>
                  </a:lnTo>
                  <a:lnTo>
                    <a:pt x="28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3"/>
            <p:cNvSpPr/>
            <p:nvPr/>
          </p:nvSpPr>
          <p:spPr>
            <a:xfrm>
              <a:off x="3233898" y="3191326"/>
              <a:ext cx="2167566" cy="944816"/>
            </a:xfrm>
            <a:custGeom>
              <a:avLst/>
              <a:gdLst/>
              <a:ahLst/>
              <a:cxnLst/>
              <a:rect l="l" t="t" r="r" b="b"/>
              <a:pathLst>
                <a:path w="24036" h="10477" extrusionOk="0">
                  <a:moveTo>
                    <a:pt x="1" y="0"/>
                  </a:moveTo>
                  <a:lnTo>
                    <a:pt x="1" y="10476"/>
                  </a:lnTo>
                  <a:lnTo>
                    <a:pt x="24036" y="10476"/>
                  </a:lnTo>
                  <a:lnTo>
                    <a:pt x="240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3"/>
            <p:cNvSpPr/>
            <p:nvPr/>
          </p:nvSpPr>
          <p:spPr>
            <a:xfrm>
              <a:off x="2964979" y="3114402"/>
              <a:ext cx="2540461" cy="1417269"/>
            </a:xfrm>
            <a:custGeom>
              <a:avLst/>
              <a:gdLst/>
              <a:ahLst/>
              <a:cxnLst/>
              <a:rect l="l" t="t" r="r" b="b"/>
              <a:pathLst>
                <a:path w="28171" h="15716" extrusionOk="0">
                  <a:moveTo>
                    <a:pt x="18822" y="1"/>
                  </a:moveTo>
                  <a:cubicBezTo>
                    <a:pt x="16867" y="1"/>
                    <a:pt x="15263" y="1054"/>
                    <a:pt x="14912" y="2432"/>
                  </a:cubicBezTo>
                  <a:lnTo>
                    <a:pt x="0" y="2432"/>
                  </a:lnTo>
                  <a:lnTo>
                    <a:pt x="802" y="15715"/>
                  </a:lnTo>
                  <a:lnTo>
                    <a:pt x="27243" y="15715"/>
                  </a:lnTo>
                  <a:lnTo>
                    <a:pt x="27820" y="6091"/>
                  </a:lnTo>
                  <a:lnTo>
                    <a:pt x="28045" y="2432"/>
                  </a:lnTo>
                  <a:lnTo>
                    <a:pt x="281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3"/>
            <p:cNvSpPr/>
            <p:nvPr/>
          </p:nvSpPr>
          <p:spPr>
            <a:xfrm>
              <a:off x="6583481" y="3433099"/>
              <a:ext cx="31743" cy="45361"/>
            </a:xfrm>
            <a:custGeom>
              <a:avLst/>
              <a:gdLst/>
              <a:ahLst/>
              <a:cxnLst/>
              <a:rect l="l" t="t" r="r" b="b"/>
              <a:pathLst>
                <a:path w="352" h="503" extrusionOk="0">
                  <a:moveTo>
                    <a:pt x="1" y="1"/>
                  </a:moveTo>
                  <a:lnTo>
                    <a:pt x="1" y="502"/>
                  </a:lnTo>
                  <a:lnTo>
                    <a:pt x="352" y="50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3"/>
            <p:cNvSpPr/>
            <p:nvPr/>
          </p:nvSpPr>
          <p:spPr>
            <a:xfrm>
              <a:off x="6583481" y="3500915"/>
              <a:ext cx="31743" cy="45270"/>
            </a:xfrm>
            <a:custGeom>
              <a:avLst/>
              <a:gdLst/>
              <a:ahLst/>
              <a:cxnLst/>
              <a:rect l="l" t="t" r="r" b="b"/>
              <a:pathLst>
                <a:path w="352" h="502" extrusionOk="0">
                  <a:moveTo>
                    <a:pt x="1" y="1"/>
                  </a:moveTo>
                  <a:lnTo>
                    <a:pt x="1" y="502"/>
                  </a:lnTo>
                  <a:lnTo>
                    <a:pt x="352" y="50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3"/>
            <p:cNvSpPr/>
            <p:nvPr/>
          </p:nvSpPr>
          <p:spPr>
            <a:xfrm>
              <a:off x="6583481" y="3568730"/>
              <a:ext cx="31743" cy="45270"/>
            </a:xfrm>
            <a:custGeom>
              <a:avLst/>
              <a:gdLst/>
              <a:ahLst/>
              <a:cxnLst/>
              <a:rect l="l" t="t" r="r" b="b"/>
              <a:pathLst>
                <a:path w="352" h="502" extrusionOk="0">
                  <a:moveTo>
                    <a:pt x="1" y="1"/>
                  </a:moveTo>
                  <a:lnTo>
                    <a:pt x="1" y="502"/>
                  </a:lnTo>
                  <a:lnTo>
                    <a:pt x="352" y="502"/>
                  </a:lnTo>
                  <a:lnTo>
                    <a:pt x="3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3"/>
            <p:cNvSpPr/>
            <p:nvPr/>
          </p:nvSpPr>
          <p:spPr>
            <a:xfrm>
              <a:off x="6583481" y="3634291"/>
              <a:ext cx="31743" cy="45270"/>
            </a:xfrm>
            <a:custGeom>
              <a:avLst/>
              <a:gdLst/>
              <a:ahLst/>
              <a:cxnLst/>
              <a:rect l="l" t="t" r="r" b="b"/>
              <a:pathLst>
                <a:path w="352" h="502" extrusionOk="0">
                  <a:moveTo>
                    <a:pt x="1" y="0"/>
                  </a:moveTo>
                  <a:lnTo>
                    <a:pt x="1" y="502"/>
                  </a:lnTo>
                  <a:lnTo>
                    <a:pt x="352" y="50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3"/>
            <p:cNvSpPr/>
            <p:nvPr/>
          </p:nvSpPr>
          <p:spPr>
            <a:xfrm>
              <a:off x="6583481" y="3702107"/>
              <a:ext cx="31743" cy="45270"/>
            </a:xfrm>
            <a:custGeom>
              <a:avLst/>
              <a:gdLst/>
              <a:ahLst/>
              <a:cxnLst/>
              <a:rect l="l" t="t" r="r" b="b"/>
              <a:pathLst>
                <a:path w="352" h="502" extrusionOk="0">
                  <a:moveTo>
                    <a:pt x="1" y="0"/>
                  </a:moveTo>
                  <a:lnTo>
                    <a:pt x="1" y="502"/>
                  </a:lnTo>
                  <a:lnTo>
                    <a:pt x="352" y="502"/>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3"/>
            <p:cNvSpPr/>
            <p:nvPr/>
          </p:nvSpPr>
          <p:spPr>
            <a:xfrm>
              <a:off x="6583481" y="3769923"/>
              <a:ext cx="31743" cy="45270"/>
            </a:xfrm>
            <a:custGeom>
              <a:avLst/>
              <a:gdLst/>
              <a:ahLst/>
              <a:cxnLst/>
              <a:rect l="l" t="t" r="r" b="b"/>
              <a:pathLst>
                <a:path w="352" h="502" extrusionOk="0">
                  <a:moveTo>
                    <a:pt x="1" y="0"/>
                  </a:moveTo>
                  <a:lnTo>
                    <a:pt x="1" y="501"/>
                  </a:lnTo>
                  <a:lnTo>
                    <a:pt x="352" y="501"/>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3"/>
            <p:cNvSpPr/>
            <p:nvPr/>
          </p:nvSpPr>
          <p:spPr>
            <a:xfrm>
              <a:off x="6583481" y="3837738"/>
              <a:ext cx="31743" cy="45270"/>
            </a:xfrm>
            <a:custGeom>
              <a:avLst/>
              <a:gdLst/>
              <a:ahLst/>
              <a:cxnLst/>
              <a:rect l="l" t="t" r="r" b="b"/>
              <a:pathLst>
                <a:path w="352" h="502" extrusionOk="0">
                  <a:moveTo>
                    <a:pt x="1" y="0"/>
                  </a:moveTo>
                  <a:lnTo>
                    <a:pt x="1" y="501"/>
                  </a:lnTo>
                  <a:lnTo>
                    <a:pt x="352" y="501"/>
                  </a:ln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3"/>
            <p:cNvSpPr/>
            <p:nvPr/>
          </p:nvSpPr>
          <p:spPr>
            <a:xfrm>
              <a:off x="2528775" y="3548440"/>
              <a:ext cx="754897" cy="120210"/>
            </a:xfrm>
            <a:custGeom>
              <a:avLst/>
              <a:gdLst/>
              <a:ahLst/>
              <a:cxnLst/>
              <a:rect l="l" t="t" r="r" b="b"/>
              <a:pathLst>
                <a:path w="8371" h="1333" extrusionOk="0">
                  <a:moveTo>
                    <a:pt x="175" y="0"/>
                  </a:moveTo>
                  <a:lnTo>
                    <a:pt x="0" y="150"/>
                  </a:lnTo>
                  <a:lnTo>
                    <a:pt x="702" y="927"/>
                  </a:lnTo>
                  <a:cubicBezTo>
                    <a:pt x="851" y="1104"/>
                    <a:pt x="1074" y="1192"/>
                    <a:pt x="1299" y="1192"/>
                  </a:cubicBezTo>
                  <a:cubicBezTo>
                    <a:pt x="1489" y="1192"/>
                    <a:pt x="1680" y="1129"/>
                    <a:pt x="1830" y="1003"/>
                  </a:cubicBezTo>
                  <a:lnTo>
                    <a:pt x="2456" y="451"/>
                  </a:lnTo>
                  <a:cubicBezTo>
                    <a:pt x="2539" y="368"/>
                    <a:pt x="2657" y="319"/>
                    <a:pt x="2780" y="319"/>
                  </a:cubicBezTo>
                  <a:cubicBezTo>
                    <a:pt x="2806" y="319"/>
                    <a:pt x="2831" y="322"/>
                    <a:pt x="2857" y="326"/>
                  </a:cubicBezTo>
                  <a:cubicBezTo>
                    <a:pt x="3008" y="326"/>
                    <a:pt x="3158" y="401"/>
                    <a:pt x="3233" y="501"/>
                  </a:cubicBezTo>
                  <a:lnTo>
                    <a:pt x="3684" y="1028"/>
                  </a:lnTo>
                  <a:cubicBezTo>
                    <a:pt x="3835" y="1203"/>
                    <a:pt x="4035" y="1278"/>
                    <a:pt x="4261" y="1303"/>
                  </a:cubicBezTo>
                  <a:cubicBezTo>
                    <a:pt x="4461" y="1303"/>
                    <a:pt x="4687" y="1253"/>
                    <a:pt x="4837" y="1103"/>
                  </a:cubicBezTo>
                  <a:lnTo>
                    <a:pt x="5389" y="602"/>
                  </a:lnTo>
                  <a:cubicBezTo>
                    <a:pt x="5514" y="501"/>
                    <a:pt x="5664" y="451"/>
                    <a:pt x="5815" y="451"/>
                  </a:cubicBezTo>
                  <a:cubicBezTo>
                    <a:pt x="5965" y="476"/>
                    <a:pt x="6115" y="551"/>
                    <a:pt x="6216" y="677"/>
                  </a:cubicBezTo>
                  <a:lnTo>
                    <a:pt x="6491" y="1028"/>
                  </a:lnTo>
                  <a:cubicBezTo>
                    <a:pt x="6642" y="1203"/>
                    <a:pt x="6842" y="1328"/>
                    <a:pt x="7093" y="1328"/>
                  </a:cubicBezTo>
                  <a:cubicBezTo>
                    <a:pt x="7116" y="1331"/>
                    <a:pt x="7139" y="1332"/>
                    <a:pt x="7162" y="1332"/>
                  </a:cubicBezTo>
                  <a:cubicBezTo>
                    <a:pt x="7364" y="1332"/>
                    <a:pt x="7559" y="1235"/>
                    <a:pt x="7694" y="1078"/>
                  </a:cubicBezTo>
                  <a:lnTo>
                    <a:pt x="8371" y="376"/>
                  </a:lnTo>
                  <a:lnTo>
                    <a:pt x="8196" y="201"/>
                  </a:lnTo>
                  <a:lnTo>
                    <a:pt x="7519" y="902"/>
                  </a:lnTo>
                  <a:cubicBezTo>
                    <a:pt x="7419" y="1028"/>
                    <a:pt x="7268" y="1103"/>
                    <a:pt x="7093" y="1103"/>
                  </a:cubicBezTo>
                  <a:cubicBezTo>
                    <a:pt x="6917" y="1078"/>
                    <a:pt x="6767" y="1003"/>
                    <a:pt x="6667" y="877"/>
                  </a:cubicBezTo>
                  <a:lnTo>
                    <a:pt x="6391" y="526"/>
                  </a:lnTo>
                  <a:cubicBezTo>
                    <a:pt x="6266" y="351"/>
                    <a:pt x="6065" y="251"/>
                    <a:pt x="5840" y="226"/>
                  </a:cubicBezTo>
                  <a:cubicBezTo>
                    <a:pt x="5811" y="222"/>
                    <a:pt x="5782" y="221"/>
                    <a:pt x="5754" y="221"/>
                  </a:cubicBezTo>
                  <a:cubicBezTo>
                    <a:pt x="5558" y="221"/>
                    <a:pt x="5366" y="295"/>
                    <a:pt x="5213" y="426"/>
                  </a:cubicBezTo>
                  <a:lnTo>
                    <a:pt x="4687" y="927"/>
                  </a:lnTo>
                  <a:cubicBezTo>
                    <a:pt x="4583" y="1010"/>
                    <a:pt x="4462" y="1059"/>
                    <a:pt x="4338" y="1059"/>
                  </a:cubicBezTo>
                  <a:cubicBezTo>
                    <a:pt x="4312" y="1059"/>
                    <a:pt x="4286" y="1057"/>
                    <a:pt x="4261" y="1053"/>
                  </a:cubicBezTo>
                  <a:cubicBezTo>
                    <a:pt x="4110" y="1053"/>
                    <a:pt x="3985" y="977"/>
                    <a:pt x="3885" y="877"/>
                  </a:cubicBezTo>
                  <a:lnTo>
                    <a:pt x="3434" y="351"/>
                  </a:lnTo>
                  <a:cubicBezTo>
                    <a:pt x="3283" y="175"/>
                    <a:pt x="3083" y="100"/>
                    <a:pt x="2882" y="75"/>
                  </a:cubicBezTo>
                  <a:cubicBezTo>
                    <a:pt x="2854" y="72"/>
                    <a:pt x="2825" y="70"/>
                    <a:pt x="2797" y="70"/>
                  </a:cubicBezTo>
                  <a:cubicBezTo>
                    <a:pt x="2606" y="70"/>
                    <a:pt x="2434" y="144"/>
                    <a:pt x="2281" y="276"/>
                  </a:cubicBezTo>
                  <a:lnTo>
                    <a:pt x="1654" y="827"/>
                  </a:lnTo>
                  <a:cubicBezTo>
                    <a:pt x="1551" y="919"/>
                    <a:pt x="1422" y="963"/>
                    <a:pt x="1294" y="963"/>
                  </a:cubicBezTo>
                  <a:cubicBezTo>
                    <a:pt x="1140" y="963"/>
                    <a:pt x="986" y="900"/>
                    <a:pt x="877" y="777"/>
                  </a:cubicBezTo>
                  <a:lnTo>
                    <a:pt x="1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3"/>
            <p:cNvSpPr/>
            <p:nvPr/>
          </p:nvSpPr>
          <p:spPr>
            <a:xfrm>
              <a:off x="4235175" y="3453480"/>
              <a:ext cx="594467" cy="1078192"/>
            </a:xfrm>
            <a:custGeom>
              <a:avLst/>
              <a:gdLst/>
              <a:ahLst/>
              <a:cxnLst/>
              <a:rect l="l" t="t" r="r" b="b"/>
              <a:pathLst>
                <a:path w="6592" h="11956" extrusionOk="0">
                  <a:moveTo>
                    <a:pt x="3284" y="0"/>
                  </a:moveTo>
                  <a:lnTo>
                    <a:pt x="0" y="11955"/>
                  </a:lnTo>
                  <a:lnTo>
                    <a:pt x="6592" y="11955"/>
                  </a:lnTo>
                  <a:lnTo>
                    <a:pt x="32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3"/>
            <p:cNvSpPr/>
            <p:nvPr/>
          </p:nvSpPr>
          <p:spPr>
            <a:xfrm>
              <a:off x="3640704" y="4262577"/>
              <a:ext cx="594557" cy="269097"/>
            </a:xfrm>
            <a:custGeom>
              <a:avLst/>
              <a:gdLst/>
              <a:ahLst/>
              <a:cxnLst/>
              <a:rect l="l" t="t" r="r" b="b"/>
              <a:pathLst>
                <a:path w="6593" h="2984" extrusionOk="0">
                  <a:moveTo>
                    <a:pt x="3284" y="1"/>
                  </a:moveTo>
                  <a:lnTo>
                    <a:pt x="1" y="2983"/>
                  </a:lnTo>
                  <a:lnTo>
                    <a:pt x="6592" y="2983"/>
                  </a:lnTo>
                  <a:lnTo>
                    <a:pt x="32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3"/>
            <p:cNvSpPr/>
            <p:nvPr/>
          </p:nvSpPr>
          <p:spPr>
            <a:xfrm>
              <a:off x="4820538" y="3830884"/>
              <a:ext cx="594557" cy="700789"/>
            </a:xfrm>
            <a:custGeom>
              <a:avLst/>
              <a:gdLst/>
              <a:ahLst/>
              <a:cxnLst/>
              <a:rect l="l" t="t" r="r" b="b"/>
              <a:pathLst>
                <a:path w="6593" h="7771" extrusionOk="0">
                  <a:moveTo>
                    <a:pt x="3309" y="1"/>
                  </a:moveTo>
                  <a:lnTo>
                    <a:pt x="1" y="7770"/>
                  </a:lnTo>
                  <a:lnTo>
                    <a:pt x="6592" y="7770"/>
                  </a:lnTo>
                  <a:lnTo>
                    <a:pt x="33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3"/>
            <p:cNvSpPr/>
            <p:nvPr/>
          </p:nvSpPr>
          <p:spPr>
            <a:xfrm>
              <a:off x="6004882" y="3991405"/>
              <a:ext cx="594557" cy="540268"/>
            </a:xfrm>
            <a:custGeom>
              <a:avLst/>
              <a:gdLst/>
              <a:ahLst/>
              <a:cxnLst/>
              <a:rect l="l" t="t" r="r" b="b"/>
              <a:pathLst>
                <a:path w="6593" h="5991" extrusionOk="0">
                  <a:moveTo>
                    <a:pt x="3309" y="0"/>
                  </a:moveTo>
                  <a:lnTo>
                    <a:pt x="1" y="5990"/>
                  </a:lnTo>
                  <a:lnTo>
                    <a:pt x="6592" y="5990"/>
                  </a:lnTo>
                  <a:lnTo>
                    <a:pt x="33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3"/>
            <p:cNvSpPr/>
            <p:nvPr/>
          </p:nvSpPr>
          <p:spPr>
            <a:xfrm>
              <a:off x="5410501" y="3659181"/>
              <a:ext cx="594467" cy="872492"/>
            </a:xfrm>
            <a:custGeom>
              <a:avLst/>
              <a:gdLst/>
              <a:ahLst/>
              <a:cxnLst/>
              <a:rect l="l" t="t" r="r" b="b"/>
              <a:pathLst>
                <a:path w="6592" h="9675" extrusionOk="0">
                  <a:moveTo>
                    <a:pt x="3308" y="0"/>
                  </a:moveTo>
                  <a:lnTo>
                    <a:pt x="0" y="9674"/>
                  </a:lnTo>
                  <a:lnTo>
                    <a:pt x="6592" y="9674"/>
                  </a:lnTo>
                  <a:lnTo>
                    <a:pt x="33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3"/>
            <p:cNvSpPr/>
            <p:nvPr/>
          </p:nvSpPr>
          <p:spPr>
            <a:xfrm>
              <a:off x="3618158" y="3207107"/>
              <a:ext cx="2445591" cy="845438"/>
            </a:xfrm>
            <a:custGeom>
              <a:avLst/>
              <a:gdLst/>
              <a:ahLst/>
              <a:cxnLst/>
              <a:rect l="l" t="t" r="r" b="b"/>
              <a:pathLst>
                <a:path w="27119" h="9375" extrusionOk="0">
                  <a:moveTo>
                    <a:pt x="9950" y="1"/>
                  </a:moveTo>
                  <a:lnTo>
                    <a:pt x="6191" y="8798"/>
                  </a:lnTo>
                  <a:lnTo>
                    <a:pt x="2782" y="6943"/>
                  </a:lnTo>
                  <a:lnTo>
                    <a:pt x="0" y="8898"/>
                  </a:lnTo>
                  <a:lnTo>
                    <a:pt x="226" y="9249"/>
                  </a:lnTo>
                  <a:lnTo>
                    <a:pt x="2807" y="7419"/>
                  </a:lnTo>
                  <a:lnTo>
                    <a:pt x="6391" y="9374"/>
                  </a:lnTo>
                  <a:lnTo>
                    <a:pt x="9975" y="978"/>
                  </a:lnTo>
                  <a:lnTo>
                    <a:pt x="12983" y="6868"/>
                  </a:lnTo>
                  <a:lnTo>
                    <a:pt x="16943" y="2056"/>
                  </a:lnTo>
                  <a:lnTo>
                    <a:pt x="20702" y="6341"/>
                  </a:lnTo>
                  <a:lnTo>
                    <a:pt x="23158" y="3459"/>
                  </a:lnTo>
                  <a:lnTo>
                    <a:pt x="26792" y="8597"/>
                  </a:lnTo>
                  <a:lnTo>
                    <a:pt x="27118" y="8372"/>
                  </a:lnTo>
                  <a:lnTo>
                    <a:pt x="23183" y="2783"/>
                  </a:lnTo>
                  <a:lnTo>
                    <a:pt x="20702" y="5715"/>
                  </a:lnTo>
                  <a:lnTo>
                    <a:pt x="16918" y="1429"/>
                  </a:lnTo>
                  <a:lnTo>
                    <a:pt x="13058" y="6116"/>
                  </a:lnTo>
                  <a:lnTo>
                    <a:pt x="995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3"/>
            <p:cNvSpPr/>
            <p:nvPr/>
          </p:nvSpPr>
          <p:spPr>
            <a:xfrm>
              <a:off x="5998118" y="3898700"/>
              <a:ext cx="101813" cy="101813"/>
            </a:xfrm>
            <a:custGeom>
              <a:avLst/>
              <a:gdLst/>
              <a:ahLst/>
              <a:cxnLst/>
              <a:rect l="l" t="t" r="r" b="b"/>
              <a:pathLst>
                <a:path w="1129" h="1129" extrusionOk="0">
                  <a:moveTo>
                    <a:pt x="552" y="1"/>
                  </a:moveTo>
                  <a:cubicBezTo>
                    <a:pt x="251" y="1"/>
                    <a:pt x="0" y="251"/>
                    <a:pt x="0" y="577"/>
                  </a:cubicBezTo>
                  <a:cubicBezTo>
                    <a:pt x="0" y="878"/>
                    <a:pt x="251" y="1129"/>
                    <a:pt x="552" y="1129"/>
                  </a:cubicBezTo>
                  <a:cubicBezTo>
                    <a:pt x="878" y="1129"/>
                    <a:pt x="1128" y="878"/>
                    <a:pt x="1128" y="577"/>
                  </a:cubicBezTo>
                  <a:cubicBezTo>
                    <a:pt x="1128" y="251"/>
                    <a:pt x="878" y="1"/>
                    <a:pt x="5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3"/>
            <p:cNvSpPr/>
            <p:nvPr/>
          </p:nvSpPr>
          <p:spPr>
            <a:xfrm>
              <a:off x="5433046" y="3699852"/>
              <a:ext cx="101813" cy="101813"/>
            </a:xfrm>
            <a:custGeom>
              <a:avLst/>
              <a:gdLst/>
              <a:ahLst/>
              <a:cxnLst/>
              <a:rect l="l" t="t" r="r" b="b"/>
              <a:pathLst>
                <a:path w="1129" h="1129" extrusionOk="0">
                  <a:moveTo>
                    <a:pt x="577" y="0"/>
                  </a:moveTo>
                  <a:cubicBezTo>
                    <a:pt x="251" y="0"/>
                    <a:pt x="1" y="251"/>
                    <a:pt x="1" y="552"/>
                  </a:cubicBezTo>
                  <a:cubicBezTo>
                    <a:pt x="1" y="877"/>
                    <a:pt x="251" y="1128"/>
                    <a:pt x="577" y="1128"/>
                  </a:cubicBezTo>
                  <a:cubicBezTo>
                    <a:pt x="878" y="1128"/>
                    <a:pt x="1129" y="877"/>
                    <a:pt x="1129" y="552"/>
                  </a:cubicBezTo>
                  <a:cubicBezTo>
                    <a:pt x="1129" y="251"/>
                    <a:pt x="878" y="0"/>
                    <a:pt x="5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3"/>
            <p:cNvSpPr/>
            <p:nvPr/>
          </p:nvSpPr>
          <p:spPr>
            <a:xfrm>
              <a:off x="5656784" y="3448971"/>
              <a:ext cx="101813" cy="101813"/>
            </a:xfrm>
            <a:custGeom>
              <a:avLst/>
              <a:gdLst/>
              <a:ahLst/>
              <a:cxnLst/>
              <a:rect l="l" t="t" r="r" b="b"/>
              <a:pathLst>
                <a:path w="1129" h="1129" extrusionOk="0">
                  <a:moveTo>
                    <a:pt x="577" y="0"/>
                  </a:moveTo>
                  <a:cubicBezTo>
                    <a:pt x="252" y="0"/>
                    <a:pt x="1" y="251"/>
                    <a:pt x="1" y="577"/>
                  </a:cubicBezTo>
                  <a:cubicBezTo>
                    <a:pt x="1" y="877"/>
                    <a:pt x="252" y="1128"/>
                    <a:pt x="577" y="1128"/>
                  </a:cubicBezTo>
                  <a:cubicBezTo>
                    <a:pt x="878" y="1128"/>
                    <a:pt x="1129" y="877"/>
                    <a:pt x="1129" y="577"/>
                  </a:cubicBezTo>
                  <a:cubicBezTo>
                    <a:pt x="1129" y="251"/>
                    <a:pt x="878" y="0"/>
                    <a:pt x="5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3"/>
            <p:cNvSpPr/>
            <p:nvPr/>
          </p:nvSpPr>
          <p:spPr>
            <a:xfrm>
              <a:off x="5094056" y="3313340"/>
              <a:ext cx="101813" cy="101813"/>
            </a:xfrm>
            <a:custGeom>
              <a:avLst/>
              <a:gdLst/>
              <a:ahLst/>
              <a:cxnLst/>
              <a:rect l="l" t="t" r="r" b="b"/>
              <a:pathLst>
                <a:path w="1129" h="1129" extrusionOk="0">
                  <a:moveTo>
                    <a:pt x="552" y="1"/>
                  </a:moveTo>
                  <a:cubicBezTo>
                    <a:pt x="251" y="1"/>
                    <a:pt x="0" y="251"/>
                    <a:pt x="0" y="577"/>
                  </a:cubicBezTo>
                  <a:cubicBezTo>
                    <a:pt x="0" y="878"/>
                    <a:pt x="251" y="1128"/>
                    <a:pt x="552" y="1128"/>
                  </a:cubicBezTo>
                  <a:cubicBezTo>
                    <a:pt x="877" y="1128"/>
                    <a:pt x="1128" y="878"/>
                    <a:pt x="1128" y="577"/>
                  </a:cubicBezTo>
                  <a:cubicBezTo>
                    <a:pt x="1128" y="251"/>
                    <a:pt x="877" y="1"/>
                    <a:pt x="5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3"/>
            <p:cNvSpPr/>
            <p:nvPr/>
          </p:nvSpPr>
          <p:spPr>
            <a:xfrm>
              <a:off x="4754977" y="3726997"/>
              <a:ext cx="101813" cy="101723"/>
            </a:xfrm>
            <a:custGeom>
              <a:avLst/>
              <a:gdLst/>
              <a:ahLst/>
              <a:cxnLst/>
              <a:rect l="l" t="t" r="r" b="b"/>
              <a:pathLst>
                <a:path w="1129" h="1128" extrusionOk="0">
                  <a:moveTo>
                    <a:pt x="552" y="0"/>
                  </a:moveTo>
                  <a:cubicBezTo>
                    <a:pt x="251" y="0"/>
                    <a:pt x="1" y="276"/>
                    <a:pt x="1" y="576"/>
                  </a:cubicBezTo>
                  <a:cubicBezTo>
                    <a:pt x="1" y="877"/>
                    <a:pt x="251" y="1128"/>
                    <a:pt x="552" y="1128"/>
                  </a:cubicBezTo>
                  <a:cubicBezTo>
                    <a:pt x="878" y="1128"/>
                    <a:pt x="1129" y="877"/>
                    <a:pt x="1129" y="576"/>
                  </a:cubicBezTo>
                  <a:cubicBezTo>
                    <a:pt x="1129" y="276"/>
                    <a:pt x="878" y="0"/>
                    <a:pt x="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3"/>
            <p:cNvSpPr/>
            <p:nvPr/>
          </p:nvSpPr>
          <p:spPr>
            <a:xfrm>
              <a:off x="4467931" y="3191326"/>
              <a:ext cx="99559" cy="101723"/>
            </a:xfrm>
            <a:custGeom>
              <a:avLst/>
              <a:gdLst/>
              <a:ahLst/>
              <a:cxnLst/>
              <a:rect l="l" t="t" r="r" b="b"/>
              <a:pathLst>
                <a:path w="1104" h="1128" extrusionOk="0">
                  <a:moveTo>
                    <a:pt x="552" y="0"/>
                  </a:moveTo>
                  <a:cubicBezTo>
                    <a:pt x="252" y="0"/>
                    <a:pt x="1" y="251"/>
                    <a:pt x="1" y="552"/>
                  </a:cubicBezTo>
                  <a:cubicBezTo>
                    <a:pt x="1" y="852"/>
                    <a:pt x="252" y="1128"/>
                    <a:pt x="552" y="1128"/>
                  </a:cubicBezTo>
                  <a:cubicBezTo>
                    <a:pt x="853" y="1128"/>
                    <a:pt x="1104" y="852"/>
                    <a:pt x="1104" y="552"/>
                  </a:cubicBezTo>
                  <a:cubicBezTo>
                    <a:pt x="1104" y="251"/>
                    <a:pt x="853" y="0"/>
                    <a:pt x="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3"/>
            <p:cNvSpPr/>
            <p:nvPr/>
          </p:nvSpPr>
          <p:spPr>
            <a:xfrm>
              <a:off x="4135706" y="3975534"/>
              <a:ext cx="101813" cy="101813"/>
            </a:xfrm>
            <a:custGeom>
              <a:avLst/>
              <a:gdLst/>
              <a:ahLst/>
              <a:cxnLst/>
              <a:rect l="l" t="t" r="r" b="b"/>
              <a:pathLst>
                <a:path w="1129" h="1129" extrusionOk="0">
                  <a:moveTo>
                    <a:pt x="552" y="1"/>
                  </a:moveTo>
                  <a:cubicBezTo>
                    <a:pt x="251" y="1"/>
                    <a:pt x="1" y="252"/>
                    <a:pt x="1" y="552"/>
                  </a:cubicBezTo>
                  <a:cubicBezTo>
                    <a:pt x="1" y="878"/>
                    <a:pt x="251" y="1129"/>
                    <a:pt x="552" y="1129"/>
                  </a:cubicBezTo>
                  <a:cubicBezTo>
                    <a:pt x="878" y="1129"/>
                    <a:pt x="1128" y="878"/>
                    <a:pt x="1128" y="552"/>
                  </a:cubicBezTo>
                  <a:cubicBezTo>
                    <a:pt x="1128" y="252"/>
                    <a:pt x="878" y="1"/>
                    <a:pt x="5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3"/>
            <p:cNvSpPr/>
            <p:nvPr/>
          </p:nvSpPr>
          <p:spPr>
            <a:xfrm>
              <a:off x="3837388" y="3801576"/>
              <a:ext cx="99559" cy="101723"/>
            </a:xfrm>
            <a:custGeom>
              <a:avLst/>
              <a:gdLst/>
              <a:ahLst/>
              <a:cxnLst/>
              <a:rect l="l" t="t" r="r" b="b"/>
              <a:pathLst>
                <a:path w="1104" h="1128" extrusionOk="0">
                  <a:moveTo>
                    <a:pt x="552" y="0"/>
                  </a:moveTo>
                  <a:cubicBezTo>
                    <a:pt x="251" y="0"/>
                    <a:pt x="0" y="251"/>
                    <a:pt x="0" y="551"/>
                  </a:cubicBezTo>
                  <a:cubicBezTo>
                    <a:pt x="0" y="877"/>
                    <a:pt x="251" y="1128"/>
                    <a:pt x="552" y="1128"/>
                  </a:cubicBezTo>
                  <a:cubicBezTo>
                    <a:pt x="852" y="1128"/>
                    <a:pt x="1103" y="877"/>
                    <a:pt x="1103" y="551"/>
                  </a:cubicBezTo>
                  <a:cubicBezTo>
                    <a:pt x="1103" y="251"/>
                    <a:pt x="852" y="0"/>
                    <a:pt x="5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3"/>
            <p:cNvSpPr/>
            <p:nvPr/>
          </p:nvSpPr>
          <p:spPr>
            <a:xfrm>
              <a:off x="3577487" y="3950734"/>
              <a:ext cx="101723" cy="101813"/>
            </a:xfrm>
            <a:custGeom>
              <a:avLst/>
              <a:gdLst/>
              <a:ahLst/>
              <a:cxnLst/>
              <a:rect l="l" t="t" r="r" b="b"/>
              <a:pathLst>
                <a:path w="1128" h="1129" extrusionOk="0">
                  <a:moveTo>
                    <a:pt x="577" y="0"/>
                  </a:moveTo>
                  <a:cubicBezTo>
                    <a:pt x="251" y="0"/>
                    <a:pt x="0" y="251"/>
                    <a:pt x="0" y="552"/>
                  </a:cubicBezTo>
                  <a:cubicBezTo>
                    <a:pt x="0" y="877"/>
                    <a:pt x="251" y="1128"/>
                    <a:pt x="577" y="1128"/>
                  </a:cubicBezTo>
                  <a:cubicBezTo>
                    <a:pt x="877" y="1128"/>
                    <a:pt x="1128" y="877"/>
                    <a:pt x="1128" y="552"/>
                  </a:cubicBezTo>
                  <a:cubicBezTo>
                    <a:pt x="1128" y="251"/>
                    <a:pt x="877" y="0"/>
                    <a:pt x="577" y="0"/>
                  </a:cubicBezTo>
                  <a:close/>
                </a:path>
              </a:pathLst>
            </a:custGeom>
            <a:solidFill>
              <a:srgbClr val="C5D7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3"/>
            <p:cNvSpPr/>
            <p:nvPr/>
          </p:nvSpPr>
          <p:spPr>
            <a:xfrm>
              <a:off x="5469208" y="2725725"/>
              <a:ext cx="156102" cy="153757"/>
            </a:xfrm>
            <a:custGeom>
              <a:avLst/>
              <a:gdLst/>
              <a:ahLst/>
              <a:cxnLst/>
              <a:rect l="l" t="t" r="r" b="b"/>
              <a:pathLst>
                <a:path w="1731" h="1705" extrusionOk="0">
                  <a:moveTo>
                    <a:pt x="301" y="0"/>
                  </a:moveTo>
                  <a:lnTo>
                    <a:pt x="1" y="301"/>
                  </a:lnTo>
                  <a:lnTo>
                    <a:pt x="1429" y="1704"/>
                  </a:lnTo>
                  <a:lnTo>
                    <a:pt x="1730" y="1404"/>
                  </a:lnTo>
                  <a:lnTo>
                    <a:pt x="3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3"/>
            <p:cNvSpPr/>
            <p:nvPr/>
          </p:nvSpPr>
          <p:spPr>
            <a:xfrm>
              <a:off x="5471463" y="2725725"/>
              <a:ext cx="151502" cy="153757"/>
            </a:xfrm>
            <a:custGeom>
              <a:avLst/>
              <a:gdLst/>
              <a:ahLst/>
              <a:cxnLst/>
              <a:rect l="l" t="t" r="r" b="b"/>
              <a:pathLst>
                <a:path w="1680" h="1705" extrusionOk="0">
                  <a:moveTo>
                    <a:pt x="1379" y="0"/>
                  </a:moveTo>
                  <a:lnTo>
                    <a:pt x="1" y="1404"/>
                  </a:lnTo>
                  <a:lnTo>
                    <a:pt x="276" y="1704"/>
                  </a:lnTo>
                  <a:lnTo>
                    <a:pt x="1680" y="301"/>
                  </a:lnTo>
                  <a:lnTo>
                    <a:pt x="13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3"/>
            <p:cNvSpPr/>
            <p:nvPr/>
          </p:nvSpPr>
          <p:spPr>
            <a:xfrm>
              <a:off x="5738217" y="3143801"/>
              <a:ext cx="533415" cy="22725"/>
            </a:xfrm>
            <a:custGeom>
              <a:avLst/>
              <a:gdLst/>
              <a:ahLst/>
              <a:cxnLst/>
              <a:rect l="l" t="t" r="r" b="b"/>
              <a:pathLst>
                <a:path w="5915" h="252" extrusionOk="0">
                  <a:moveTo>
                    <a:pt x="0" y="1"/>
                  </a:moveTo>
                  <a:lnTo>
                    <a:pt x="0" y="251"/>
                  </a:lnTo>
                  <a:lnTo>
                    <a:pt x="5915" y="251"/>
                  </a:lnTo>
                  <a:lnTo>
                    <a:pt x="59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3"/>
            <p:cNvSpPr/>
            <p:nvPr/>
          </p:nvSpPr>
          <p:spPr>
            <a:xfrm>
              <a:off x="5747235" y="3216125"/>
              <a:ext cx="296151" cy="22725"/>
            </a:xfrm>
            <a:custGeom>
              <a:avLst/>
              <a:gdLst/>
              <a:ahLst/>
              <a:cxnLst/>
              <a:rect l="l" t="t" r="r" b="b"/>
              <a:pathLst>
                <a:path w="3284" h="252" extrusionOk="0">
                  <a:moveTo>
                    <a:pt x="0" y="1"/>
                  </a:moveTo>
                  <a:lnTo>
                    <a:pt x="0" y="251"/>
                  </a:lnTo>
                  <a:lnTo>
                    <a:pt x="3284" y="251"/>
                  </a:lnTo>
                  <a:lnTo>
                    <a:pt x="32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3"/>
            <p:cNvSpPr/>
            <p:nvPr/>
          </p:nvSpPr>
          <p:spPr>
            <a:xfrm>
              <a:off x="2736642" y="4004932"/>
              <a:ext cx="178647" cy="180901"/>
            </a:xfrm>
            <a:custGeom>
              <a:avLst/>
              <a:gdLst/>
              <a:ahLst/>
              <a:cxnLst/>
              <a:rect l="l" t="t" r="r" b="b"/>
              <a:pathLst>
                <a:path w="1981" h="2006" extrusionOk="0">
                  <a:moveTo>
                    <a:pt x="1003" y="427"/>
                  </a:moveTo>
                  <a:cubicBezTo>
                    <a:pt x="1329" y="427"/>
                    <a:pt x="1580" y="677"/>
                    <a:pt x="1580" y="1003"/>
                  </a:cubicBezTo>
                  <a:cubicBezTo>
                    <a:pt x="1580" y="1329"/>
                    <a:pt x="1329" y="1580"/>
                    <a:pt x="1003" y="1580"/>
                  </a:cubicBezTo>
                  <a:cubicBezTo>
                    <a:pt x="677" y="1580"/>
                    <a:pt x="427" y="1329"/>
                    <a:pt x="427" y="1003"/>
                  </a:cubicBezTo>
                  <a:cubicBezTo>
                    <a:pt x="427" y="677"/>
                    <a:pt x="677" y="427"/>
                    <a:pt x="1003" y="427"/>
                  </a:cubicBezTo>
                  <a:close/>
                  <a:moveTo>
                    <a:pt x="1003" y="1"/>
                  </a:moveTo>
                  <a:cubicBezTo>
                    <a:pt x="452" y="1"/>
                    <a:pt x="1" y="452"/>
                    <a:pt x="1" y="1003"/>
                  </a:cubicBezTo>
                  <a:cubicBezTo>
                    <a:pt x="1" y="1555"/>
                    <a:pt x="452" y="2006"/>
                    <a:pt x="1003" y="2006"/>
                  </a:cubicBezTo>
                  <a:cubicBezTo>
                    <a:pt x="1555" y="2006"/>
                    <a:pt x="1981" y="1555"/>
                    <a:pt x="1981" y="1003"/>
                  </a:cubicBezTo>
                  <a:cubicBezTo>
                    <a:pt x="1981" y="452"/>
                    <a:pt x="1555" y="1"/>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3"/>
            <p:cNvSpPr/>
            <p:nvPr/>
          </p:nvSpPr>
          <p:spPr>
            <a:xfrm>
              <a:off x="3518779" y="4148770"/>
              <a:ext cx="157725" cy="448465"/>
            </a:xfrm>
            <a:custGeom>
              <a:avLst/>
              <a:gdLst/>
              <a:ahLst/>
              <a:cxnLst/>
              <a:rect l="l" t="t" r="r" b="b"/>
              <a:pathLst>
                <a:path w="1749" h="4973" extrusionOk="0">
                  <a:moveTo>
                    <a:pt x="914" y="1"/>
                  </a:moveTo>
                  <a:cubicBezTo>
                    <a:pt x="697" y="1"/>
                    <a:pt x="497" y="181"/>
                    <a:pt x="426" y="611"/>
                  </a:cubicBezTo>
                  <a:cubicBezTo>
                    <a:pt x="176" y="2009"/>
                    <a:pt x="1" y="4972"/>
                    <a:pt x="618" y="4972"/>
                  </a:cubicBezTo>
                  <a:cubicBezTo>
                    <a:pt x="621" y="4972"/>
                    <a:pt x="623" y="4972"/>
                    <a:pt x="626" y="4972"/>
                  </a:cubicBezTo>
                  <a:cubicBezTo>
                    <a:pt x="1228" y="4947"/>
                    <a:pt x="1553" y="4722"/>
                    <a:pt x="1203" y="4621"/>
                  </a:cubicBezTo>
                  <a:cubicBezTo>
                    <a:pt x="827" y="4546"/>
                    <a:pt x="827" y="4496"/>
                    <a:pt x="827" y="4396"/>
                  </a:cubicBezTo>
                  <a:cubicBezTo>
                    <a:pt x="852" y="3694"/>
                    <a:pt x="1403" y="2366"/>
                    <a:pt x="1604" y="1338"/>
                  </a:cubicBezTo>
                  <a:cubicBezTo>
                    <a:pt x="1748" y="582"/>
                    <a:pt x="1304" y="1"/>
                    <a:pt x="914" y="1"/>
                  </a:cubicBezTo>
                  <a:close/>
                </a:path>
              </a:pathLst>
            </a:custGeom>
            <a:solidFill>
              <a:srgbClr val="EF89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3"/>
            <p:cNvSpPr/>
            <p:nvPr/>
          </p:nvSpPr>
          <p:spPr>
            <a:xfrm>
              <a:off x="3548088" y="4565493"/>
              <a:ext cx="133466" cy="38507"/>
            </a:xfrm>
            <a:custGeom>
              <a:avLst/>
              <a:gdLst/>
              <a:ahLst/>
              <a:cxnLst/>
              <a:rect l="l" t="t" r="r" b="b"/>
              <a:pathLst>
                <a:path w="1480" h="427" extrusionOk="0">
                  <a:moveTo>
                    <a:pt x="878" y="0"/>
                  </a:moveTo>
                  <a:cubicBezTo>
                    <a:pt x="745" y="113"/>
                    <a:pt x="575" y="146"/>
                    <a:pt x="420" y="146"/>
                  </a:cubicBezTo>
                  <a:cubicBezTo>
                    <a:pt x="194" y="146"/>
                    <a:pt x="0" y="76"/>
                    <a:pt x="0" y="75"/>
                  </a:cubicBezTo>
                  <a:lnTo>
                    <a:pt x="0" y="75"/>
                  </a:lnTo>
                  <a:cubicBezTo>
                    <a:pt x="13" y="339"/>
                    <a:pt x="201" y="426"/>
                    <a:pt x="430" y="426"/>
                  </a:cubicBezTo>
                  <a:cubicBezTo>
                    <a:pt x="658" y="426"/>
                    <a:pt x="928" y="339"/>
                    <a:pt x="1103" y="251"/>
                  </a:cubicBezTo>
                  <a:cubicBezTo>
                    <a:pt x="1479" y="50"/>
                    <a:pt x="878" y="0"/>
                    <a:pt x="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3"/>
            <p:cNvSpPr/>
            <p:nvPr/>
          </p:nvSpPr>
          <p:spPr>
            <a:xfrm>
              <a:off x="3281333" y="3693089"/>
              <a:ext cx="436381" cy="774105"/>
            </a:xfrm>
            <a:custGeom>
              <a:avLst/>
              <a:gdLst/>
              <a:ahLst/>
              <a:cxnLst/>
              <a:rect l="l" t="t" r="r" b="b"/>
              <a:pathLst>
                <a:path w="4839" h="8584" extrusionOk="0">
                  <a:moveTo>
                    <a:pt x="803" y="0"/>
                  </a:moveTo>
                  <a:lnTo>
                    <a:pt x="1" y="2732"/>
                  </a:lnTo>
                  <a:cubicBezTo>
                    <a:pt x="1" y="2732"/>
                    <a:pt x="2332" y="4336"/>
                    <a:pt x="2683" y="5188"/>
                  </a:cubicBezTo>
                  <a:cubicBezTo>
                    <a:pt x="2983" y="5915"/>
                    <a:pt x="2582" y="8396"/>
                    <a:pt x="2582" y="8396"/>
                  </a:cubicBezTo>
                  <a:cubicBezTo>
                    <a:pt x="2840" y="8541"/>
                    <a:pt x="3107" y="8583"/>
                    <a:pt x="3331" y="8583"/>
                  </a:cubicBezTo>
                  <a:cubicBezTo>
                    <a:pt x="3651" y="8583"/>
                    <a:pt x="3886" y="8496"/>
                    <a:pt x="3886" y="8496"/>
                  </a:cubicBezTo>
                  <a:cubicBezTo>
                    <a:pt x="3886" y="8496"/>
                    <a:pt x="4838" y="4361"/>
                    <a:pt x="4412" y="3358"/>
                  </a:cubicBezTo>
                  <a:cubicBezTo>
                    <a:pt x="3961" y="2206"/>
                    <a:pt x="803" y="0"/>
                    <a:pt x="8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3"/>
            <p:cNvSpPr/>
            <p:nvPr/>
          </p:nvSpPr>
          <p:spPr>
            <a:xfrm>
              <a:off x="2861001" y="4197467"/>
              <a:ext cx="421411" cy="382904"/>
            </a:xfrm>
            <a:custGeom>
              <a:avLst/>
              <a:gdLst/>
              <a:ahLst/>
              <a:cxnLst/>
              <a:rect l="l" t="t" r="r" b="b"/>
              <a:pathLst>
                <a:path w="4673" h="4246" extrusionOk="0">
                  <a:moveTo>
                    <a:pt x="3971" y="0"/>
                  </a:moveTo>
                  <a:cubicBezTo>
                    <a:pt x="3814" y="0"/>
                    <a:pt x="3624" y="73"/>
                    <a:pt x="3409" y="247"/>
                  </a:cubicBezTo>
                  <a:cubicBezTo>
                    <a:pt x="2231" y="1224"/>
                    <a:pt x="0" y="3480"/>
                    <a:pt x="527" y="3906"/>
                  </a:cubicBezTo>
                  <a:cubicBezTo>
                    <a:pt x="807" y="4131"/>
                    <a:pt x="1065" y="4245"/>
                    <a:pt x="1197" y="4245"/>
                  </a:cubicBezTo>
                  <a:cubicBezTo>
                    <a:pt x="1301" y="4245"/>
                    <a:pt x="1328" y="4174"/>
                    <a:pt x="1228" y="4031"/>
                  </a:cubicBezTo>
                  <a:cubicBezTo>
                    <a:pt x="978" y="3705"/>
                    <a:pt x="1003" y="3655"/>
                    <a:pt x="1078" y="3580"/>
                  </a:cubicBezTo>
                  <a:cubicBezTo>
                    <a:pt x="1604" y="3029"/>
                    <a:pt x="2983" y="2352"/>
                    <a:pt x="3860" y="1675"/>
                  </a:cubicBezTo>
                  <a:cubicBezTo>
                    <a:pt x="4672" y="1041"/>
                    <a:pt x="4560" y="0"/>
                    <a:pt x="3971" y="0"/>
                  </a:cubicBezTo>
                  <a:close/>
                </a:path>
              </a:pathLst>
            </a:custGeom>
            <a:solidFill>
              <a:srgbClr val="EF89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3"/>
            <p:cNvSpPr/>
            <p:nvPr/>
          </p:nvSpPr>
          <p:spPr>
            <a:xfrm>
              <a:off x="2870019" y="4511204"/>
              <a:ext cx="135090" cy="84950"/>
            </a:xfrm>
            <a:custGeom>
              <a:avLst/>
              <a:gdLst/>
              <a:ahLst/>
              <a:cxnLst/>
              <a:rect l="l" t="t" r="r" b="b"/>
              <a:pathLst>
                <a:path w="1498" h="942" extrusionOk="0">
                  <a:moveTo>
                    <a:pt x="376" y="1"/>
                  </a:moveTo>
                  <a:lnTo>
                    <a:pt x="376" y="1"/>
                  </a:lnTo>
                  <a:cubicBezTo>
                    <a:pt x="0" y="452"/>
                    <a:pt x="727" y="803"/>
                    <a:pt x="1153" y="928"/>
                  </a:cubicBezTo>
                  <a:cubicBezTo>
                    <a:pt x="1194" y="938"/>
                    <a:pt x="1227" y="942"/>
                    <a:pt x="1252" y="942"/>
                  </a:cubicBezTo>
                  <a:cubicBezTo>
                    <a:pt x="1498" y="942"/>
                    <a:pt x="1128" y="552"/>
                    <a:pt x="1128" y="552"/>
                  </a:cubicBezTo>
                  <a:cubicBezTo>
                    <a:pt x="677" y="552"/>
                    <a:pt x="376" y="1"/>
                    <a:pt x="3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3"/>
            <p:cNvSpPr/>
            <p:nvPr/>
          </p:nvSpPr>
          <p:spPr>
            <a:xfrm>
              <a:off x="2967234" y="3683981"/>
              <a:ext cx="490489" cy="788895"/>
            </a:xfrm>
            <a:custGeom>
              <a:avLst/>
              <a:gdLst/>
              <a:ahLst/>
              <a:cxnLst/>
              <a:rect l="l" t="t" r="r" b="b"/>
              <a:pathLst>
                <a:path w="5439" h="8748" extrusionOk="0">
                  <a:moveTo>
                    <a:pt x="3810" y="1"/>
                  </a:moveTo>
                  <a:lnTo>
                    <a:pt x="1855" y="1304"/>
                  </a:lnTo>
                  <a:cubicBezTo>
                    <a:pt x="1404" y="2382"/>
                    <a:pt x="2206" y="4161"/>
                    <a:pt x="1980" y="5139"/>
                  </a:cubicBezTo>
                  <a:cubicBezTo>
                    <a:pt x="1805" y="5991"/>
                    <a:pt x="0" y="7770"/>
                    <a:pt x="0" y="7770"/>
                  </a:cubicBezTo>
                  <a:cubicBezTo>
                    <a:pt x="226" y="8497"/>
                    <a:pt x="953" y="8748"/>
                    <a:pt x="953" y="8748"/>
                  </a:cubicBezTo>
                  <a:cubicBezTo>
                    <a:pt x="953" y="8748"/>
                    <a:pt x="4637" y="6091"/>
                    <a:pt x="5013" y="4988"/>
                  </a:cubicBezTo>
                  <a:cubicBezTo>
                    <a:pt x="5439" y="3760"/>
                    <a:pt x="3810" y="1"/>
                    <a:pt x="38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3"/>
            <p:cNvSpPr/>
            <p:nvPr/>
          </p:nvSpPr>
          <p:spPr>
            <a:xfrm>
              <a:off x="3123156" y="3683981"/>
              <a:ext cx="425018" cy="231492"/>
            </a:xfrm>
            <a:custGeom>
              <a:avLst/>
              <a:gdLst/>
              <a:ahLst/>
              <a:cxnLst/>
              <a:rect l="l" t="t" r="r" b="b"/>
              <a:pathLst>
                <a:path w="4713" h="2567" extrusionOk="0">
                  <a:moveTo>
                    <a:pt x="2081" y="1"/>
                  </a:moveTo>
                  <a:lnTo>
                    <a:pt x="126" y="1304"/>
                  </a:lnTo>
                  <a:cubicBezTo>
                    <a:pt x="76" y="1454"/>
                    <a:pt x="26" y="1605"/>
                    <a:pt x="1" y="1755"/>
                  </a:cubicBezTo>
                  <a:cubicBezTo>
                    <a:pt x="757" y="2297"/>
                    <a:pt x="1564" y="2567"/>
                    <a:pt x="2371" y="2567"/>
                  </a:cubicBezTo>
                  <a:cubicBezTo>
                    <a:pt x="3168" y="2567"/>
                    <a:pt x="3965" y="2303"/>
                    <a:pt x="4712" y="1780"/>
                  </a:cubicBezTo>
                  <a:cubicBezTo>
                    <a:pt x="3685" y="903"/>
                    <a:pt x="2557" y="101"/>
                    <a:pt x="2557" y="101"/>
                  </a:cubicBezTo>
                  <a:lnTo>
                    <a:pt x="2356" y="703"/>
                  </a:lnTo>
                  <a:cubicBezTo>
                    <a:pt x="2206" y="277"/>
                    <a:pt x="2081" y="1"/>
                    <a:pt x="20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3"/>
            <p:cNvSpPr/>
            <p:nvPr/>
          </p:nvSpPr>
          <p:spPr>
            <a:xfrm>
              <a:off x="2987524" y="3844502"/>
              <a:ext cx="264588" cy="583194"/>
            </a:xfrm>
            <a:custGeom>
              <a:avLst/>
              <a:gdLst/>
              <a:ahLst/>
              <a:cxnLst/>
              <a:rect l="l" t="t" r="r" b="b"/>
              <a:pathLst>
                <a:path w="2934" h="6467" extrusionOk="0">
                  <a:moveTo>
                    <a:pt x="2231" y="0"/>
                  </a:moveTo>
                  <a:lnTo>
                    <a:pt x="2206" y="50"/>
                  </a:lnTo>
                  <a:cubicBezTo>
                    <a:pt x="2733" y="1028"/>
                    <a:pt x="2858" y="2206"/>
                    <a:pt x="2582" y="3283"/>
                  </a:cubicBezTo>
                  <a:cubicBezTo>
                    <a:pt x="2307" y="4361"/>
                    <a:pt x="1630" y="5339"/>
                    <a:pt x="703" y="5940"/>
                  </a:cubicBezTo>
                  <a:cubicBezTo>
                    <a:pt x="627" y="5990"/>
                    <a:pt x="577" y="6015"/>
                    <a:pt x="502" y="6065"/>
                  </a:cubicBezTo>
                  <a:cubicBezTo>
                    <a:pt x="327" y="6166"/>
                    <a:pt x="151" y="6291"/>
                    <a:pt x="1" y="6416"/>
                  </a:cubicBezTo>
                  <a:lnTo>
                    <a:pt x="51" y="6466"/>
                  </a:lnTo>
                  <a:cubicBezTo>
                    <a:pt x="201" y="6341"/>
                    <a:pt x="377" y="6241"/>
                    <a:pt x="552" y="6116"/>
                  </a:cubicBezTo>
                  <a:cubicBezTo>
                    <a:pt x="602" y="6091"/>
                    <a:pt x="677" y="6040"/>
                    <a:pt x="728" y="5990"/>
                  </a:cubicBezTo>
                  <a:cubicBezTo>
                    <a:pt x="1680" y="5389"/>
                    <a:pt x="2382" y="4411"/>
                    <a:pt x="2657" y="3309"/>
                  </a:cubicBezTo>
                  <a:cubicBezTo>
                    <a:pt x="2933" y="2231"/>
                    <a:pt x="2808" y="1028"/>
                    <a:pt x="2281" y="25"/>
                  </a:cubicBezTo>
                  <a:lnTo>
                    <a:pt x="22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3"/>
            <p:cNvSpPr/>
            <p:nvPr/>
          </p:nvSpPr>
          <p:spPr>
            <a:xfrm>
              <a:off x="3362766" y="3422999"/>
              <a:ext cx="525930" cy="337724"/>
            </a:xfrm>
            <a:custGeom>
              <a:avLst/>
              <a:gdLst/>
              <a:ahLst/>
              <a:cxnLst/>
              <a:rect l="l" t="t" r="r" b="b"/>
              <a:pathLst>
                <a:path w="5832" h="3745" extrusionOk="0">
                  <a:moveTo>
                    <a:pt x="997" y="0"/>
                  </a:moveTo>
                  <a:cubicBezTo>
                    <a:pt x="968" y="0"/>
                    <a:pt x="944" y="4"/>
                    <a:pt x="927" y="13"/>
                  </a:cubicBezTo>
                  <a:cubicBezTo>
                    <a:pt x="0" y="439"/>
                    <a:pt x="1529" y="3296"/>
                    <a:pt x="2907" y="3697"/>
                  </a:cubicBezTo>
                  <a:cubicBezTo>
                    <a:pt x="3026" y="3730"/>
                    <a:pt x="3145" y="3745"/>
                    <a:pt x="3264" y="3745"/>
                  </a:cubicBezTo>
                  <a:cubicBezTo>
                    <a:pt x="4223" y="3745"/>
                    <a:pt x="5141" y="2772"/>
                    <a:pt x="5364" y="2594"/>
                  </a:cubicBezTo>
                  <a:cubicBezTo>
                    <a:pt x="5832" y="2193"/>
                    <a:pt x="5804" y="1930"/>
                    <a:pt x="5633" y="1930"/>
                  </a:cubicBezTo>
                  <a:cubicBezTo>
                    <a:pt x="5612" y="1930"/>
                    <a:pt x="5589" y="1934"/>
                    <a:pt x="5564" y="1942"/>
                  </a:cubicBezTo>
                  <a:cubicBezTo>
                    <a:pt x="5339" y="2043"/>
                    <a:pt x="5263" y="2293"/>
                    <a:pt x="4887" y="2469"/>
                  </a:cubicBezTo>
                  <a:cubicBezTo>
                    <a:pt x="4658" y="2600"/>
                    <a:pt x="4353" y="2785"/>
                    <a:pt x="3939" y="2785"/>
                  </a:cubicBezTo>
                  <a:cubicBezTo>
                    <a:pt x="3720" y="2785"/>
                    <a:pt x="3469" y="2733"/>
                    <a:pt x="3183" y="2594"/>
                  </a:cubicBezTo>
                  <a:cubicBezTo>
                    <a:pt x="2381" y="2193"/>
                    <a:pt x="2431" y="1191"/>
                    <a:pt x="2080" y="639"/>
                  </a:cubicBezTo>
                  <a:cubicBezTo>
                    <a:pt x="1835" y="260"/>
                    <a:pt x="1233" y="0"/>
                    <a:pt x="997" y="0"/>
                  </a:cubicBezTo>
                  <a:close/>
                </a:path>
              </a:pathLst>
            </a:custGeom>
            <a:solidFill>
              <a:srgbClr val="F89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3"/>
            <p:cNvSpPr/>
            <p:nvPr/>
          </p:nvSpPr>
          <p:spPr>
            <a:xfrm>
              <a:off x="3093848" y="3400364"/>
              <a:ext cx="485980" cy="480569"/>
            </a:xfrm>
            <a:custGeom>
              <a:avLst/>
              <a:gdLst/>
              <a:ahLst/>
              <a:cxnLst/>
              <a:rect l="l" t="t" r="r" b="b"/>
              <a:pathLst>
                <a:path w="5389" h="5329" extrusionOk="0">
                  <a:moveTo>
                    <a:pt x="2880" y="0"/>
                  </a:moveTo>
                  <a:cubicBezTo>
                    <a:pt x="2206" y="0"/>
                    <a:pt x="1490" y="221"/>
                    <a:pt x="1529" y="1492"/>
                  </a:cubicBezTo>
                  <a:cubicBezTo>
                    <a:pt x="1554" y="2670"/>
                    <a:pt x="1153" y="3271"/>
                    <a:pt x="551" y="4249"/>
                  </a:cubicBezTo>
                  <a:lnTo>
                    <a:pt x="501" y="4324"/>
                  </a:lnTo>
                  <a:cubicBezTo>
                    <a:pt x="0" y="4946"/>
                    <a:pt x="1272" y="5329"/>
                    <a:pt x="2509" y="5329"/>
                  </a:cubicBezTo>
                  <a:cubicBezTo>
                    <a:pt x="3316" y="5329"/>
                    <a:pt x="4109" y="5166"/>
                    <a:pt x="4386" y="4800"/>
                  </a:cubicBezTo>
                  <a:cubicBezTo>
                    <a:pt x="4987" y="3998"/>
                    <a:pt x="5338" y="2770"/>
                    <a:pt x="5363" y="1792"/>
                  </a:cubicBezTo>
                  <a:cubicBezTo>
                    <a:pt x="5388" y="464"/>
                    <a:pt x="4210" y="113"/>
                    <a:pt x="3458" y="38"/>
                  </a:cubicBezTo>
                  <a:cubicBezTo>
                    <a:pt x="3284" y="21"/>
                    <a:pt x="3084" y="0"/>
                    <a:pt x="28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3"/>
            <p:cNvSpPr/>
            <p:nvPr/>
          </p:nvSpPr>
          <p:spPr>
            <a:xfrm>
              <a:off x="3350141" y="3315594"/>
              <a:ext cx="143747" cy="179999"/>
            </a:xfrm>
            <a:custGeom>
              <a:avLst/>
              <a:gdLst/>
              <a:ahLst/>
              <a:cxnLst/>
              <a:rect l="l" t="t" r="r" b="b"/>
              <a:pathLst>
                <a:path w="1594" h="1996" extrusionOk="0">
                  <a:moveTo>
                    <a:pt x="717" y="1"/>
                  </a:moveTo>
                  <a:cubicBezTo>
                    <a:pt x="717" y="1"/>
                    <a:pt x="892" y="652"/>
                    <a:pt x="416" y="878"/>
                  </a:cubicBezTo>
                  <a:cubicBezTo>
                    <a:pt x="1" y="1074"/>
                    <a:pt x="1072" y="1995"/>
                    <a:pt x="1369" y="1995"/>
                  </a:cubicBezTo>
                  <a:cubicBezTo>
                    <a:pt x="1413" y="1995"/>
                    <a:pt x="1440" y="1975"/>
                    <a:pt x="1443" y="1930"/>
                  </a:cubicBezTo>
                  <a:cubicBezTo>
                    <a:pt x="1469" y="1479"/>
                    <a:pt x="1293" y="1179"/>
                    <a:pt x="1594" y="727"/>
                  </a:cubicBezTo>
                  <a:lnTo>
                    <a:pt x="717" y="1"/>
                  </a:lnTo>
                  <a:close/>
                </a:path>
              </a:pathLst>
            </a:custGeom>
            <a:solidFill>
              <a:srgbClr val="F89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3"/>
            <p:cNvSpPr/>
            <p:nvPr/>
          </p:nvSpPr>
          <p:spPr>
            <a:xfrm>
              <a:off x="3383057" y="3208370"/>
              <a:ext cx="171883" cy="234107"/>
            </a:xfrm>
            <a:custGeom>
              <a:avLst/>
              <a:gdLst/>
              <a:ahLst/>
              <a:cxnLst/>
              <a:rect l="l" t="t" r="r" b="b"/>
              <a:pathLst>
                <a:path w="1906" h="2596" extrusionOk="0">
                  <a:moveTo>
                    <a:pt x="986" y="0"/>
                  </a:moveTo>
                  <a:cubicBezTo>
                    <a:pt x="729" y="0"/>
                    <a:pt x="481" y="153"/>
                    <a:pt x="377" y="287"/>
                  </a:cubicBezTo>
                  <a:cubicBezTo>
                    <a:pt x="1" y="764"/>
                    <a:pt x="126" y="1315"/>
                    <a:pt x="276" y="1641"/>
                  </a:cubicBezTo>
                  <a:cubicBezTo>
                    <a:pt x="533" y="2282"/>
                    <a:pt x="1064" y="2596"/>
                    <a:pt x="1338" y="2596"/>
                  </a:cubicBezTo>
                  <a:cubicBezTo>
                    <a:pt x="1385" y="2596"/>
                    <a:pt x="1425" y="2586"/>
                    <a:pt x="1454" y="2568"/>
                  </a:cubicBezTo>
                  <a:cubicBezTo>
                    <a:pt x="1906" y="2317"/>
                    <a:pt x="1805" y="688"/>
                    <a:pt x="1479" y="262"/>
                  </a:cubicBezTo>
                  <a:cubicBezTo>
                    <a:pt x="1338" y="70"/>
                    <a:pt x="1160" y="0"/>
                    <a:pt x="986" y="0"/>
                  </a:cubicBezTo>
                  <a:close/>
                </a:path>
              </a:pathLst>
            </a:custGeom>
            <a:solidFill>
              <a:srgbClr val="F9B2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3"/>
            <p:cNvSpPr/>
            <p:nvPr/>
          </p:nvSpPr>
          <p:spPr>
            <a:xfrm>
              <a:off x="3360512" y="3194843"/>
              <a:ext cx="192174" cy="184689"/>
            </a:xfrm>
            <a:custGeom>
              <a:avLst/>
              <a:gdLst/>
              <a:ahLst/>
              <a:cxnLst/>
              <a:rect l="l" t="t" r="r" b="b"/>
              <a:pathLst>
                <a:path w="2131" h="2048" extrusionOk="0">
                  <a:moveTo>
                    <a:pt x="1198" y="1"/>
                  </a:moveTo>
                  <a:cubicBezTo>
                    <a:pt x="899" y="1"/>
                    <a:pt x="595" y="133"/>
                    <a:pt x="401" y="412"/>
                  </a:cubicBezTo>
                  <a:cubicBezTo>
                    <a:pt x="0" y="964"/>
                    <a:pt x="176" y="1390"/>
                    <a:pt x="201" y="1490"/>
                  </a:cubicBezTo>
                  <a:cubicBezTo>
                    <a:pt x="299" y="1785"/>
                    <a:pt x="515" y="2047"/>
                    <a:pt x="618" y="2047"/>
                  </a:cubicBezTo>
                  <a:cubicBezTo>
                    <a:pt x="672" y="2047"/>
                    <a:pt x="695" y="1973"/>
                    <a:pt x="652" y="1791"/>
                  </a:cubicBezTo>
                  <a:cubicBezTo>
                    <a:pt x="526" y="1264"/>
                    <a:pt x="927" y="1415"/>
                    <a:pt x="827" y="989"/>
                  </a:cubicBezTo>
                  <a:cubicBezTo>
                    <a:pt x="815" y="901"/>
                    <a:pt x="833" y="876"/>
                    <a:pt x="931" y="876"/>
                  </a:cubicBezTo>
                  <a:cubicBezTo>
                    <a:pt x="1028" y="876"/>
                    <a:pt x="1203" y="901"/>
                    <a:pt x="1504" y="914"/>
                  </a:cubicBezTo>
                  <a:cubicBezTo>
                    <a:pt x="2105" y="914"/>
                    <a:pt x="2130" y="888"/>
                    <a:pt x="2080" y="663"/>
                  </a:cubicBezTo>
                  <a:cubicBezTo>
                    <a:pt x="1980" y="234"/>
                    <a:pt x="1594" y="1"/>
                    <a:pt x="1198" y="1"/>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3"/>
            <p:cNvSpPr/>
            <p:nvPr/>
          </p:nvSpPr>
          <p:spPr>
            <a:xfrm>
              <a:off x="3360512" y="3196105"/>
              <a:ext cx="176392" cy="182344"/>
            </a:xfrm>
            <a:custGeom>
              <a:avLst/>
              <a:gdLst/>
              <a:ahLst/>
              <a:cxnLst/>
              <a:rect l="l" t="t" r="r" b="b"/>
              <a:pathLst>
                <a:path w="1956" h="2022" extrusionOk="0">
                  <a:moveTo>
                    <a:pt x="1217" y="0"/>
                  </a:moveTo>
                  <a:cubicBezTo>
                    <a:pt x="922" y="0"/>
                    <a:pt x="617" y="132"/>
                    <a:pt x="401" y="398"/>
                  </a:cubicBezTo>
                  <a:cubicBezTo>
                    <a:pt x="0" y="900"/>
                    <a:pt x="176" y="1376"/>
                    <a:pt x="201" y="1476"/>
                  </a:cubicBezTo>
                  <a:cubicBezTo>
                    <a:pt x="287" y="1758"/>
                    <a:pt x="506" y="2022"/>
                    <a:pt x="612" y="2022"/>
                  </a:cubicBezTo>
                  <a:cubicBezTo>
                    <a:pt x="628" y="2022"/>
                    <a:pt x="642" y="2016"/>
                    <a:pt x="652" y="2002"/>
                  </a:cubicBezTo>
                  <a:cubicBezTo>
                    <a:pt x="752" y="1902"/>
                    <a:pt x="376" y="1777"/>
                    <a:pt x="551" y="1451"/>
                  </a:cubicBezTo>
                  <a:cubicBezTo>
                    <a:pt x="727" y="1125"/>
                    <a:pt x="501" y="1025"/>
                    <a:pt x="627" y="724"/>
                  </a:cubicBezTo>
                  <a:cubicBezTo>
                    <a:pt x="685" y="564"/>
                    <a:pt x="785" y="531"/>
                    <a:pt x="990" y="531"/>
                  </a:cubicBezTo>
                  <a:cubicBezTo>
                    <a:pt x="1139" y="531"/>
                    <a:pt x="1344" y="549"/>
                    <a:pt x="1629" y="549"/>
                  </a:cubicBezTo>
                  <a:cubicBezTo>
                    <a:pt x="1658" y="551"/>
                    <a:pt x="1685" y="553"/>
                    <a:pt x="1709" y="553"/>
                  </a:cubicBezTo>
                  <a:cubicBezTo>
                    <a:pt x="1915" y="553"/>
                    <a:pt x="1955" y="463"/>
                    <a:pt x="1955" y="373"/>
                  </a:cubicBezTo>
                  <a:cubicBezTo>
                    <a:pt x="1782" y="126"/>
                    <a:pt x="1504" y="0"/>
                    <a:pt x="1217" y="0"/>
                  </a:cubicBezTo>
                  <a:close/>
                </a:path>
              </a:pathLst>
            </a:custGeom>
            <a:solidFill>
              <a:srgbClr val="171B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3"/>
            <p:cNvSpPr/>
            <p:nvPr/>
          </p:nvSpPr>
          <p:spPr>
            <a:xfrm>
              <a:off x="3193227" y="3441576"/>
              <a:ext cx="549557" cy="308776"/>
            </a:xfrm>
            <a:custGeom>
              <a:avLst/>
              <a:gdLst/>
              <a:ahLst/>
              <a:cxnLst/>
              <a:rect l="l" t="t" r="r" b="b"/>
              <a:pathLst>
                <a:path w="6094" h="3424" extrusionOk="0">
                  <a:moveTo>
                    <a:pt x="1107" y="1"/>
                  </a:moveTo>
                  <a:cubicBezTo>
                    <a:pt x="1009" y="1"/>
                    <a:pt x="929" y="23"/>
                    <a:pt x="878" y="57"/>
                  </a:cubicBezTo>
                  <a:cubicBezTo>
                    <a:pt x="0" y="634"/>
                    <a:pt x="2005" y="3240"/>
                    <a:pt x="3459" y="3416"/>
                  </a:cubicBezTo>
                  <a:cubicBezTo>
                    <a:pt x="3507" y="3421"/>
                    <a:pt x="3554" y="3424"/>
                    <a:pt x="3601" y="3424"/>
                  </a:cubicBezTo>
                  <a:cubicBezTo>
                    <a:pt x="4641" y="3424"/>
                    <a:pt x="5499" y="2152"/>
                    <a:pt x="5715" y="1912"/>
                  </a:cubicBezTo>
                  <a:cubicBezTo>
                    <a:pt x="6093" y="1470"/>
                    <a:pt x="6066" y="1205"/>
                    <a:pt x="5914" y="1205"/>
                  </a:cubicBezTo>
                  <a:cubicBezTo>
                    <a:pt x="5885" y="1205"/>
                    <a:pt x="5851" y="1215"/>
                    <a:pt x="5815" y="1235"/>
                  </a:cubicBezTo>
                  <a:cubicBezTo>
                    <a:pt x="5589" y="1360"/>
                    <a:pt x="5589" y="1611"/>
                    <a:pt x="5239" y="1862"/>
                  </a:cubicBezTo>
                  <a:cubicBezTo>
                    <a:pt x="4968" y="2055"/>
                    <a:pt x="4638" y="2352"/>
                    <a:pt x="4099" y="2352"/>
                  </a:cubicBezTo>
                  <a:cubicBezTo>
                    <a:pt x="3939" y="2352"/>
                    <a:pt x="3761" y="2326"/>
                    <a:pt x="3559" y="2263"/>
                  </a:cubicBezTo>
                  <a:cubicBezTo>
                    <a:pt x="2682" y="2012"/>
                    <a:pt x="2231" y="834"/>
                    <a:pt x="1780" y="333"/>
                  </a:cubicBezTo>
                  <a:cubicBezTo>
                    <a:pt x="1549" y="85"/>
                    <a:pt x="1295" y="1"/>
                    <a:pt x="1107" y="1"/>
                  </a:cubicBezTo>
                  <a:close/>
                </a:path>
              </a:pathLst>
            </a:custGeom>
            <a:solidFill>
              <a:srgbClr val="F9B2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1548;p35">
            <a:extLst>
              <a:ext uri="{FF2B5EF4-FFF2-40B4-BE49-F238E27FC236}">
                <a16:creationId xmlns:a16="http://schemas.microsoft.com/office/drawing/2014/main" id="{420C9F37-6BF6-4DAC-BD84-6CF4843E6F31}"/>
              </a:ext>
            </a:extLst>
          </p:cNvPr>
          <p:cNvSpPr txBox="1">
            <a:spLocks/>
          </p:cNvSpPr>
          <p:nvPr/>
        </p:nvSpPr>
        <p:spPr>
          <a:xfrm>
            <a:off x="5077159" y="1116675"/>
            <a:ext cx="1482300" cy="770400"/>
          </a:xfrm>
          <a:prstGeom prst="rect">
            <a:avLst/>
          </a:prstGeom>
          <a:solidFill>
            <a:srgbClr val="D8E4F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algn="ctr" rtl="0">
              <a:buClrTx/>
              <a:buFontTx/>
            </a:pPr>
            <a:r>
              <a:rPr lang="en" sz="6000" b="1" dirty="0">
                <a:solidFill>
                  <a:srgbClr val="1F3374"/>
                </a:solidFill>
                <a:latin typeface="Barlow Semi Condensed" panose="00000506000000000000" pitchFamily="2" charset="0"/>
              </a:rPr>
              <a:t>08</a:t>
            </a:r>
          </a:p>
        </p:txBody>
      </p:sp>
      <p:sp>
        <p:nvSpPr>
          <p:cNvPr id="56" name="Google Shape;2049;p46">
            <a:extLst>
              <a:ext uri="{FF2B5EF4-FFF2-40B4-BE49-F238E27FC236}">
                <a16:creationId xmlns:a16="http://schemas.microsoft.com/office/drawing/2014/main" id="{52D1EBCC-6EC6-4568-9213-48AF4055C684}"/>
              </a:ext>
            </a:extLst>
          </p:cNvPr>
          <p:cNvSpPr txBox="1">
            <a:spLocks/>
          </p:cNvSpPr>
          <p:nvPr/>
        </p:nvSpPr>
        <p:spPr>
          <a:xfrm>
            <a:off x="1550762" y="2104575"/>
            <a:ext cx="3519600" cy="112956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50000"/>
              </a:lnSpc>
              <a:buFont typeface="Arial" panose="020B0604020202020204" pitchFamily="34" charset="0"/>
              <a:buChar char="•"/>
            </a:pPr>
            <a:r>
              <a:rPr lang="en-US" dirty="0">
                <a:solidFill>
                  <a:srgbClr val="1F3374"/>
                </a:solidFill>
              </a:rPr>
              <a:t>The project successfully demonstrates how dashboards can transform raw data into actionable insights.</a:t>
            </a:r>
          </a:p>
          <a:p>
            <a:pPr marL="285750" indent="-285750">
              <a:lnSpc>
                <a:spcPct val="150000"/>
              </a:lnSpc>
              <a:buFont typeface="Arial" panose="020B0604020202020204" pitchFamily="34" charset="0"/>
              <a:buChar char="•"/>
            </a:pPr>
            <a:r>
              <a:rPr lang="en-US" dirty="0">
                <a:solidFill>
                  <a:srgbClr val="1F3374"/>
                </a:solidFill>
              </a:rPr>
              <a:t>IBM Cognos Analytics proved effective for professional data visualization.</a:t>
            </a:r>
          </a:p>
        </p:txBody>
      </p:sp>
    </p:spTree>
  </p:cSld>
  <p:clrMapOvr>
    <a:masterClrMapping/>
  </p:clrMapOvr>
</p:sld>
</file>

<file path=ppt/theme/theme1.xml><?xml version="1.0" encoding="utf-8"?>
<a:theme xmlns:a="http://schemas.openxmlformats.org/drawingml/2006/main" name="Statistics and Probability: Data Analysis and Interpretation - Math - 10th grade by Slidesgo">
  <a:themeElements>
    <a:clrScheme name="Simple Light">
      <a:dk1>
        <a:srgbClr val="1F3374"/>
      </a:dk1>
      <a:lt1>
        <a:srgbClr val="F8F8F8"/>
      </a:lt1>
      <a:dk2>
        <a:srgbClr val="304BA6"/>
      </a:dk2>
      <a:lt2>
        <a:srgbClr val="D8E4F7"/>
      </a:lt2>
      <a:accent1>
        <a:srgbClr val="CB6EBE"/>
      </a:accent1>
      <a:accent2>
        <a:srgbClr val="F8C220"/>
      </a:accent2>
      <a:accent3>
        <a:srgbClr val="F05555"/>
      </a:accent3>
      <a:accent4>
        <a:srgbClr val="EFEFEF"/>
      </a:accent4>
      <a:accent5>
        <a:srgbClr val="FFFFFF"/>
      </a:accent5>
      <a:accent6>
        <a:srgbClr val="FFFFFF"/>
      </a:accent6>
      <a:hlink>
        <a:srgbClr val="1F33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TotalTime>
  <Words>374</Words>
  <Application>Microsoft Office PowerPoint</Application>
  <PresentationFormat>On-screen Show (16:9)</PresentationFormat>
  <Paragraphs>76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Anaheim</vt:lpstr>
      <vt:lpstr>Arial</vt:lpstr>
      <vt:lpstr>Barlow Semi Condensed</vt:lpstr>
      <vt:lpstr>Nunito Light</vt:lpstr>
      <vt:lpstr>Titillium Web</vt:lpstr>
      <vt:lpstr>Wingdings</vt:lpstr>
      <vt:lpstr>Statistics and Probability: Data Analysis and Interpretation - Math - 10th grade by Slidesgo</vt:lpstr>
      <vt:lpstr>Technology Trends Analysis Report</vt:lpstr>
      <vt:lpstr>Table of contents</vt:lpstr>
      <vt:lpstr>01</vt:lpstr>
      <vt:lpstr>Introduction</vt:lpstr>
      <vt:lpstr>03</vt:lpstr>
      <vt:lpstr>Programming Language – Current Usage</vt:lpstr>
      <vt:lpstr>Programming Language – Future Trend</vt:lpstr>
      <vt:lpstr>Database Trends – Current Usage</vt:lpstr>
      <vt:lpstr>Database Trends – Future Demand</vt:lpstr>
      <vt:lpstr>06</vt:lpstr>
      <vt:lpstr>Dashboard: Current Techmology Usage</vt:lpstr>
      <vt:lpstr>Dashboard: Future Techmology Trends</vt:lpstr>
      <vt:lpstr>Dashboard: Demographics</vt:lpstr>
      <vt:lpstr>Insights from Dashboards</vt:lpstr>
      <vt:lpstr>Overall Findings and Implications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Trends Analysis Report</dc:title>
  <cp:lastModifiedBy>Mark Cris Marqueses</cp:lastModifiedBy>
  <cp:revision>12</cp:revision>
  <dcterms:modified xsi:type="dcterms:W3CDTF">2025-12-28T05:39:54Z</dcterms:modified>
</cp:coreProperties>
</file>